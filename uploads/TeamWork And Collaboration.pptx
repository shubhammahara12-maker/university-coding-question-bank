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99" r:id="rId3"/>
    <p:sldId id="327" r:id="rId5"/>
    <p:sldId id="329" r:id="rId6"/>
    <p:sldId id="331" r:id="rId7"/>
    <p:sldId id="355" r:id="rId8"/>
    <p:sldId id="332" r:id="rId9"/>
    <p:sldId id="333" r:id="rId10"/>
    <p:sldId id="334" r:id="rId11"/>
    <p:sldId id="335" r:id="rId12"/>
    <p:sldId id="336" r:id="rId13"/>
    <p:sldId id="356" r:id="rId14"/>
    <p:sldId id="337" r:id="rId15"/>
    <p:sldId id="339" r:id="rId16"/>
    <p:sldId id="340" r:id="rId17"/>
    <p:sldId id="357" r:id="rId18"/>
    <p:sldId id="341" r:id="rId19"/>
    <p:sldId id="342" r:id="rId20"/>
    <p:sldId id="343" r:id="rId21"/>
    <p:sldId id="344" r:id="rId22"/>
    <p:sldId id="345" r:id="rId23"/>
    <p:sldId id="346" r:id="rId24"/>
    <p:sldId id="348" r:id="rId25"/>
  </p:sldIdLst>
  <p:sldSz cx="9144000" cy="6858000" type="screen4x3"/>
  <p:notesSz cx="6858000" cy="9144000"/>
  <p:defaultTextStyle>
    <a:defPPr>
      <a:defRPr lang="da-DK"/>
    </a:defPPr>
    <a:lvl1pPr marL="0" lvl="0"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34" charset="-128"/>
        <a:cs typeface="+mn-cs"/>
      </a:defRPr>
    </a:lvl1pPr>
    <a:lvl2pPr marL="457200" lvl="1"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34" charset="-128"/>
        <a:cs typeface="+mn-cs"/>
      </a:defRPr>
    </a:lvl2pPr>
    <a:lvl3pPr marL="914400" lvl="2"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34" charset="-128"/>
        <a:cs typeface="+mn-cs"/>
      </a:defRPr>
    </a:lvl3pPr>
    <a:lvl4pPr marL="1371600" lvl="3"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34" charset="-128"/>
        <a:cs typeface="+mn-cs"/>
      </a:defRPr>
    </a:lvl4pPr>
    <a:lvl5pPr marL="1828800" lvl="4"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34" charset="-128"/>
        <a:cs typeface="+mn-cs"/>
      </a:defRPr>
    </a:lvl5pPr>
    <a:lvl6pPr marL="2286000" lvl="5"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34" charset="-128"/>
        <a:cs typeface="+mn-cs"/>
      </a:defRPr>
    </a:lvl6pPr>
    <a:lvl7pPr marL="2743200" lvl="6"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34" charset="-128"/>
        <a:cs typeface="+mn-cs"/>
      </a:defRPr>
    </a:lvl7pPr>
    <a:lvl8pPr marL="3200400" lvl="7"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34" charset="-128"/>
        <a:cs typeface="+mn-cs"/>
      </a:defRPr>
    </a:lvl8pPr>
    <a:lvl9pPr marL="3657600" lvl="8" indent="0" algn="l" defTabSz="4572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3728" userDrawn="1">
          <p15:clr>
            <a:srgbClr val="A4A3A4"/>
          </p15:clr>
        </p15:guide>
        <p15:guide id="2" pos="55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88C8"/>
    <a:srgbClr val="78F8FF"/>
    <a:srgbClr val="8EABDE"/>
    <a:srgbClr val="8FACE1"/>
    <a:srgbClr val="F50736"/>
    <a:srgbClr val="5DD8F2"/>
    <a:srgbClr val="A4D329"/>
    <a:srgbClr val="C0FF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p:restoredTop sz="86410"/>
  </p:normalViewPr>
  <p:slideViewPr>
    <p:cSldViewPr snapToGrid="0" showGuides="1">
      <p:cViewPr varScale="1">
        <p:scale>
          <a:sx n="107" d="100"/>
          <a:sy n="107" d="100"/>
        </p:scale>
        <p:origin x="-1650" y="-90"/>
      </p:cViewPr>
      <p:guideLst>
        <p:guide orient="horz" pos="3728"/>
        <p:guide pos="553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40" d="100"/>
        <a:sy n="4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ea typeface="MS PGothic" panose="020B0600070205080204" pitchFamily="34" charset="-128"/>
                <a:cs typeface="+mn-cs"/>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15C51B65-E300-42AA-B0E9-E62486E9AE0A}"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rPr>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en-US" altLang="x-none" sz="1200" dirty="0"/>
            </a:fld>
            <a:endParaRPr lang="en-US" altLang="x-none"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x-none" dirty="0"/>
          </a:p>
        </p:txBody>
      </p:sp>
      <p:sp>
        <p:nvSpPr>
          <p:cNvPr id="47108"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Slide Image Placeholder 1"/>
          <p:cNvSpPr>
            <a:spLocks noGrp="1" noRot="1" noChangeAspect="1" noTextEdit="1"/>
          </p:cNvSpPr>
          <p:nvPr>
            <p:ph type="sldImg"/>
          </p:nvPr>
        </p:nvSpPr>
        <p:spPr>
          <a:ln>
            <a:solidFill>
              <a:srgbClr val="000000">
                <a:alpha val="100000"/>
              </a:srgbClr>
            </a:solidFill>
            <a:miter lim="800000"/>
          </a:ln>
        </p:spPr>
      </p:sp>
      <p:sp>
        <p:nvSpPr>
          <p:cNvPr id="48131"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lang="en-US" altLang="x-none" dirty="0"/>
              <a:t>Note the important components of this simple definition: </a:t>
            </a:r>
            <a:r>
              <a:rPr lang="en-US" altLang="x-none" i="1" dirty="0"/>
              <a:t>together, effectively, agreed-upon, </a:t>
            </a:r>
            <a:r>
              <a:rPr lang="en-US" altLang="x-none" dirty="0"/>
              <a:t>and</a:t>
            </a:r>
            <a:r>
              <a:rPr lang="en-US" altLang="x-none" i="1" dirty="0"/>
              <a:t> goal</a:t>
            </a:r>
            <a:r>
              <a:rPr lang="en-US" altLang="x-none" dirty="0"/>
              <a:t>.</a:t>
            </a:r>
            <a:endParaRPr lang="en-US" altLang="x-none" dirty="0"/>
          </a:p>
          <a:p>
            <a:pPr lvl="0" eaLnBrk="1" hangingPunct="1">
              <a:spcBef>
                <a:spcPct val="0"/>
              </a:spcBef>
            </a:pPr>
            <a:endParaRPr lang="en-US" altLang="x-none" dirty="0"/>
          </a:p>
          <a:p>
            <a:pPr lvl="0" eaLnBrk="1" hangingPunct="1">
              <a:spcBef>
                <a:spcPct val="0"/>
              </a:spcBef>
            </a:pPr>
            <a:r>
              <a:rPr lang="en-US" altLang="x-none" dirty="0"/>
              <a:t>Example 1 is a link to a YouTube video of an advertisement for public transportation.  In it, penguins work together to defeat a predator. Ask students to name the components of teamwork illustrated by the video.</a:t>
            </a:r>
            <a:endParaRPr lang="en-US" altLang="x-none" dirty="0"/>
          </a:p>
          <a:p>
            <a:pPr lvl="0" eaLnBrk="1" hangingPunct="1">
              <a:spcBef>
                <a:spcPct val="0"/>
              </a:spcBef>
            </a:pPr>
            <a:r>
              <a:rPr lang="en-US" altLang="x-none" dirty="0"/>
              <a:t>Example 2 is a link to a YouTube video of the Pilobolus dance troupe.  In it, members of the troupe work together to create amazing shadow images.  Again, ask students to name the components of teamwork illustrated by the video.</a:t>
            </a:r>
            <a:endParaRPr lang="en-US" altLang="x-none" dirty="0"/>
          </a:p>
        </p:txBody>
      </p:sp>
      <p:sp>
        <p:nvSpPr>
          <p:cNvPr id="48132"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Slide Image Placeholder 1"/>
          <p:cNvSpPr>
            <a:spLocks noGrp="1" noRot="1" noChangeAspect="1" noTextEdit="1"/>
          </p:cNvSpPr>
          <p:nvPr>
            <p:ph type="sldImg"/>
          </p:nvPr>
        </p:nvSpPr>
        <p:spPr>
          <a:ln>
            <a:solidFill>
              <a:srgbClr val="000000">
                <a:alpha val="100000"/>
              </a:srgbClr>
            </a:solidFill>
            <a:miter lim="800000"/>
          </a:ln>
        </p:spPr>
      </p:sp>
      <p:sp>
        <p:nvSpPr>
          <p:cNvPr id="50179"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lang="en-US" altLang="x-none" dirty="0"/>
              <a:t>Employee involvement leads to employee commitment to success of the project. (Emotional and intellectual investment in the success of the business and potentially greater employee job satisfaction and less employee turnover.)</a:t>
            </a:r>
            <a:endParaRPr lang="en-US" altLang="x-none" dirty="0"/>
          </a:p>
          <a:p>
            <a:pPr lvl="0" eaLnBrk="1" hangingPunct="1">
              <a:spcBef>
                <a:spcPct val="0"/>
              </a:spcBef>
            </a:pPr>
            <a:endParaRPr lang="en-US" altLang="x-none" dirty="0"/>
          </a:p>
        </p:txBody>
      </p:sp>
      <p:sp>
        <p:nvSpPr>
          <p:cNvPr id="50180"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Slide Image Placeholder 1"/>
          <p:cNvSpPr>
            <a:spLocks noGrp="1" noRot="1" noChangeAspect="1" noTextEdit="1"/>
          </p:cNvSpPr>
          <p:nvPr>
            <p:ph type="sldImg"/>
          </p:nvPr>
        </p:nvSpPr>
        <p:spPr>
          <a:ln>
            <a:solidFill>
              <a:srgbClr val="000000">
                <a:alpha val="100000"/>
              </a:srgbClr>
            </a:solidFill>
            <a:miter lim="800000"/>
          </a:ln>
        </p:spPr>
      </p:sp>
      <p:sp>
        <p:nvSpPr>
          <p:cNvPr id="52227"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lang="en-US" altLang="x-none" dirty="0"/>
              <a:t>Team member = employee</a:t>
            </a:r>
            <a:endParaRPr lang="en-US" altLang="x-none" dirty="0"/>
          </a:p>
          <a:p>
            <a:pPr lvl="0" eaLnBrk="1" hangingPunct="1">
              <a:spcBef>
                <a:spcPct val="0"/>
              </a:spcBef>
            </a:pPr>
            <a:r>
              <a:rPr lang="en-US" altLang="x-none" dirty="0"/>
              <a:t>Learning how to be an effective team member (and leader) allows employees to practice and demonstrate some of the skills needed for success in the workplace.  There are very few jobs that allow employees to work individually with input only from a supervisor or client.</a:t>
            </a:r>
            <a:br>
              <a:rPr lang="en-US" altLang="x-none" dirty="0"/>
            </a:br>
            <a:r>
              <a:rPr lang="en-US" altLang="x-none" dirty="0"/>
              <a:t>On a personal level, communicating and negotiating with team members from other units in the company (or other academic disciplines) allows employees to practice not only their verbal communication skills but also listening and critical thinking. </a:t>
            </a:r>
            <a:endParaRPr lang="en-US" altLang="x-none" dirty="0"/>
          </a:p>
        </p:txBody>
      </p:sp>
      <p:sp>
        <p:nvSpPr>
          <p:cNvPr id="52228"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Slide Image Placeholder 1"/>
          <p:cNvSpPr>
            <a:spLocks noGrp="1" noRot="1" noChangeAspect="1" noTextEdit="1"/>
          </p:cNvSpPr>
          <p:nvPr>
            <p:ph type="sldImg"/>
          </p:nvPr>
        </p:nvSpPr>
        <p:spPr>
          <a:ln>
            <a:solidFill>
              <a:srgbClr val="000000">
                <a:alpha val="100000"/>
              </a:srgbClr>
            </a:solidFill>
            <a:miter lim="800000"/>
          </a:ln>
        </p:spPr>
      </p:sp>
      <p:sp>
        <p:nvSpPr>
          <p:cNvPr id="51203"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x-none" dirty="0"/>
          </a:p>
        </p:txBody>
      </p:sp>
      <p:sp>
        <p:nvSpPr>
          <p:cNvPr id="51204"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Slide Image Placeholder 1"/>
          <p:cNvSpPr>
            <a:spLocks noGrp="1" noRot="1" noChangeAspect="1" noTextEdit="1"/>
          </p:cNvSpPr>
          <p:nvPr>
            <p:ph type="sldImg"/>
          </p:nvPr>
        </p:nvSpPr>
        <p:spPr>
          <a:ln>
            <a:solidFill>
              <a:srgbClr val="000000">
                <a:alpha val="100000"/>
              </a:srgbClr>
            </a:solidFill>
            <a:miter lim="800000"/>
          </a:ln>
        </p:spPr>
      </p:sp>
      <p:sp>
        <p:nvSpPr>
          <p:cNvPr id="53251"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x-none" dirty="0"/>
          </a:p>
        </p:txBody>
      </p:sp>
      <p:sp>
        <p:nvSpPr>
          <p:cNvPr id="53252"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Slide Image Placeholder 1"/>
          <p:cNvSpPr>
            <a:spLocks noGrp="1" noRot="1" noChangeAspect="1" noTextEdit="1"/>
          </p:cNvSpPr>
          <p:nvPr>
            <p:ph type="sldImg"/>
          </p:nvPr>
        </p:nvSpPr>
        <p:spPr>
          <a:ln>
            <a:solidFill>
              <a:srgbClr val="000000">
                <a:alpha val="100000"/>
              </a:srgbClr>
            </a:solidFill>
            <a:miter lim="800000"/>
          </a:ln>
        </p:spPr>
      </p:sp>
      <p:sp>
        <p:nvSpPr>
          <p:cNvPr id="54275"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x-none" dirty="0"/>
          </a:p>
        </p:txBody>
      </p:sp>
      <p:sp>
        <p:nvSpPr>
          <p:cNvPr id="54276"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Slide Image Placeholder 1"/>
          <p:cNvSpPr>
            <a:spLocks noGrp="1" noRot="1" noChangeAspect="1" noTextEdit="1"/>
          </p:cNvSpPr>
          <p:nvPr>
            <p:ph type="sldImg"/>
          </p:nvPr>
        </p:nvSpPr>
        <p:spPr>
          <a:ln>
            <a:solidFill>
              <a:srgbClr val="000000">
                <a:alpha val="100000"/>
              </a:srgbClr>
            </a:solidFill>
            <a:miter lim="800000"/>
          </a:ln>
        </p:spPr>
      </p:sp>
      <p:sp>
        <p:nvSpPr>
          <p:cNvPr id="55299"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x-none" dirty="0"/>
          </a:p>
        </p:txBody>
      </p:sp>
      <p:sp>
        <p:nvSpPr>
          <p:cNvPr id="55300"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Slide Image Placeholder 1"/>
          <p:cNvSpPr>
            <a:spLocks noGrp="1" noRot="1" noChangeAspect="1" noTextEdit="1"/>
          </p:cNvSpPr>
          <p:nvPr>
            <p:ph type="sldImg"/>
          </p:nvPr>
        </p:nvSpPr>
        <p:spPr>
          <a:ln>
            <a:solidFill>
              <a:srgbClr val="000000">
                <a:alpha val="100000"/>
              </a:srgbClr>
            </a:solidFill>
            <a:miter lim="800000"/>
          </a:ln>
        </p:spPr>
      </p:sp>
      <p:sp>
        <p:nvSpPr>
          <p:cNvPr id="56323"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x-none" dirty="0"/>
          </a:p>
        </p:txBody>
      </p:sp>
      <p:sp>
        <p:nvSpPr>
          <p:cNvPr id="56324"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Slide Image Placeholder 1"/>
          <p:cNvSpPr>
            <a:spLocks noGrp="1" noRot="1" noChangeAspect="1" noTextEdit="1"/>
          </p:cNvSpPr>
          <p:nvPr>
            <p:ph type="sldImg"/>
          </p:nvPr>
        </p:nvSpPr>
        <p:spPr>
          <a:ln>
            <a:solidFill>
              <a:srgbClr val="000000">
                <a:alpha val="100000"/>
              </a:srgbClr>
            </a:solidFill>
            <a:miter lim="800000"/>
          </a:ln>
        </p:spPr>
      </p:sp>
      <p:sp>
        <p:nvSpPr>
          <p:cNvPr id="57347"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x-none" dirty="0"/>
          </a:p>
        </p:txBody>
      </p:sp>
      <p:sp>
        <p:nvSpPr>
          <p:cNvPr id="57348"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Slide Image Placeholder 1"/>
          <p:cNvSpPr>
            <a:spLocks noGrp="1" noRot="1" noChangeAspect="1" noTextEdit="1"/>
          </p:cNvSpPr>
          <p:nvPr>
            <p:ph type="sldImg"/>
          </p:nvPr>
        </p:nvSpPr>
        <p:spPr>
          <a:ln>
            <a:solidFill>
              <a:srgbClr val="000000">
                <a:alpha val="100000"/>
              </a:srgbClr>
            </a:solidFill>
            <a:miter lim="800000"/>
          </a:ln>
        </p:spPr>
      </p:sp>
      <p:sp>
        <p:nvSpPr>
          <p:cNvPr id="59395"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x-none" dirty="0"/>
          </a:p>
        </p:txBody>
      </p:sp>
      <p:sp>
        <p:nvSpPr>
          <p:cNvPr id="59396"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Slide Image Placeholder 1"/>
          <p:cNvSpPr>
            <a:spLocks noGrp="1" noRot="1" noChangeAspect="1" noTextEdit="1"/>
          </p:cNvSpPr>
          <p:nvPr>
            <p:ph type="sldImg"/>
          </p:nvPr>
        </p:nvSpPr>
        <p:spPr>
          <a:ln>
            <a:solidFill>
              <a:srgbClr val="000000">
                <a:alpha val="100000"/>
              </a:srgbClr>
            </a:solidFill>
            <a:miter lim="800000"/>
          </a:ln>
        </p:spPr>
      </p:sp>
      <p:sp>
        <p:nvSpPr>
          <p:cNvPr id="58371"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x-none" dirty="0"/>
          </a:p>
        </p:txBody>
      </p:sp>
      <p:sp>
        <p:nvSpPr>
          <p:cNvPr id="58372"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Slide Image Placeholder 1"/>
          <p:cNvSpPr>
            <a:spLocks noGrp="1" noRot="1" noChangeAspect="1" noTextEdit="1"/>
          </p:cNvSpPr>
          <p:nvPr>
            <p:ph type="sldImg"/>
          </p:nvPr>
        </p:nvSpPr>
        <p:spPr>
          <a:ln>
            <a:solidFill>
              <a:srgbClr val="000000">
                <a:alpha val="100000"/>
              </a:srgbClr>
            </a:solidFill>
            <a:miter lim="800000"/>
          </a:ln>
        </p:spPr>
      </p:sp>
      <p:sp>
        <p:nvSpPr>
          <p:cNvPr id="60419"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x-none" dirty="0"/>
          </a:p>
        </p:txBody>
      </p:sp>
      <p:sp>
        <p:nvSpPr>
          <p:cNvPr id="60420"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Slide Image Placeholder 1"/>
          <p:cNvSpPr>
            <a:spLocks noGrp="1" noRot="1" noChangeAspect="1" noTextEdit="1"/>
          </p:cNvSpPr>
          <p:nvPr>
            <p:ph type="sldImg"/>
          </p:nvPr>
        </p:nvSpPr>
        <p:spPr>
          <a:ln>
            <a:solidFill>
              <a:srgbClr val="000000">
                <a:alpha val="100000"/>
              </a:srgbClr>
            </a:solidFill>
            <a:miter lim="800000"/>
          </a:ln>
        </p:spPr>
      </p:sp>
      <p:sp>
        <p:nvSpPr>
          <p:cNvPr id="61443"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x-none" dirty="0"/>
          </a:p>
        </p:txBody>
      </p:sp>
      <p:sp>
        <p:nvSpPr>
          <p:cNvPr id="61444"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Slide Image Placeholder 1"/>
          <p:cNvSpPr>
            <a:spLocks noGrp="1" noRot="1" noChangeAspect="1" noTextEdit="1"/>
          </p:cNvSpPr>
          <p:nvPr>
            <p:ph type="sldImg"/>
          </p:nvPr>
        </p:nvSpPr>
        <p:spPr>
          <a:ln>
            <a:solidFill>
              <a:srgbClr val="000000">
                <a:alpha val="100000"/>
              </a:srgbClr>
            </a:solidFill>
            <a:miter lim="800000"/>
          </a:ln>
        </p:spPr>
      </p:sp>
      <p:sp>
        <p:nvSpPr>
          <p:cNvPr id="70659"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lang="en-US" altLang="x-none" dirty="0"/>
              <a:t>Ask students how each of these barriers effects the potential team outcomes. Their answers may be something like the following:</a:t>
            </a:r>
            <a:br>
              <a:rPr lang="en-US" altLang="x-none" dirty="0"/>
            </a:br>
            <a:r>
              <a:rPr lang="en-US" altLang="x-none" dirty="0"/>
              <a:t>“Conformity means that the team will do what has always been done in the company. Nothing new will come out of the process.”</a:t>
            </a:r>
            <a:br>
              <a:rPr lang="en-US" altLang="x-none" dirty="0"/>
            </a:br>
            <a:r>
              <a:rPr lang="en-US" altLang="x-none" dirty="0"/>
              <a:t>“Diffusion of responsibility means that no one takes ownership for specific tasks needed to accomplish the team goals, so nothing gets done.”</a:t>
            </a:r>
            <a:br>
              <a:rPr lang="en-US" altLang="x-none" dirty="0"/>
            </a:br>
            <a:r>
              <a:rPr lang="en-US" altLang="x-none" dirty="0"/>
              <a:t>“Groupthink? Is that a bad thing?” [groupthink occurs when the team is so conflict-avoidant that the members don’t consider all possible solutions to a problem; harmony is more important than achieving the best outcome]</a:t>
            </a:r>
            <a:endParaRPr lang="en-US" altLang="x-none" dirty="0"/>
          </a:p>
          <a:p>
            <a:pPr lvl="0" eaLnBrk="1" hangingPunct="1">
              <a:spcBef>
                <a:spcPct val="0"/>
              </a:spcBef>
            </a:pPr>
            <a:r>
              <a:rPr lang="en-US" altLang="x-none" dirty="0"/>
              <a:t>“Obedience to authority implies that team members are afraid to think outside the box, unlike empowered creativity.”</a:t>
            </a:r>
            <a:endParaRPr lang="en-US" altLang="x-none" dirty="0"/>
          </a:p>
          <a:p>
            <a:pPr lvl="0" eaLnBrk="1" hangingPunct="1">
              <a:spcBef>
                <a:spcPct val="0"/>
              </a:spcBef>
            </a:pPr>
            <a:r>
              <a:rPr lang="en-US" altLang="x-none" dirty="0"/>
              <a:t>“If there is a lack of support, the team may have wonderful ideas that can never be carried out.  This will lead to bad morale in the future and employees not wanting to serve on teams in the future.”</a:t>
            </a:r>
            <a:endParaRPr lang="en-US" altLang="x-none" dirty="0"/>
          </a:p>
        </p:txBody>
      </p:sp>
      <p:sp>
        <p:nvSpPr>
          <p:cNvPr id="70660"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Slide Image Placeholder 1"/>
          <p:cNvSpPr>
            <a:spLocks noGrp="1" noRot="1" noChangeAspect="1" noTextEdit="1"/>
          </p:cNvSpPr>
          <p:nvPr>
            <p:ph type="sldImg"/>
          </p:nvPr>
        </p:nvSpPr>
        <p:spPr>
          <a:ln>
            <a:solidFill>
              <a:srgbClr val="000000">
                <a:alpha val="100000"/>
              </a:srgbClr>
            </a:solidFill>
            <a:miter lim="800000"/>
          </a:ln>
        </p:spPr>
      </p:sp>
      <p:sp>
        <p:nvSpPr>
          <p:cNvPr id="62467"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x-none" dirty="0"/>
          </a:p>
        </p:txBody>
      </p:sp>
      <p:sp>
        <p:nvSpPr>
          <p:cNvPr id="62468"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Slide Image Placeholder 1"/>
          <p:cNvSpPr>
            <a:spLocks noGrp="1" noRot="1" noChangeAspect="1" noTextEdit="1"/>
          </p:cNvSpPr>
          <p:nvPr>
            <p:ph type="sldImg"/>
          </p:nvPr>
        </p:nvSpPr>
        <p:spPr>
          <a:ln>
            <a:solidFill>
              <a:srgbClr val="000000">
                <a:alpha val="100000"/>
              </a:srgbClr>
            </a:solidFill>
            <a:miter lim="800000"/>
          </a:ln>
        </p:spPr>
      </p:sp>
      <p:sp>
        <p:nvSpPr>
          <p:cNvPr id="63491"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lang="en-US" altLang="x-none" dirty="0"/>
              <a:t>Instructors may need to lead students through a step-by-step process of team-building.  Most students will have experienced group work; this does not mean that they possess good group interaction skills or attitudes or that they have been part of a successful team.  Instructors should not assume that adult students already know how to work in teams. Group dynamics are a set of skills that cannot be taken for granted and must be taught.</a:t>
            </a:r>
            <a:endParaRPr lang="en-US" altLang="x-none" dirty="0"/>
          </a:p>
        </p:txBody>
      </p:sp>
      <p:sp>
        <p:nvSpPr>
          <p:cNvPr id="63492"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Slide Image Placeholder 1"/>
          <p:cNvSpPr>
            <a:spLocks noGrp="1" noRot="1" noChangeAspect="1" noTextEdit="1"/>
          </p:cNvSpPr>
          <p:nvPr>
            <p:ph type="sldImg"/>
          </p:nvPr>
        </p:nvSpPr>
        <p:spPr>
          <a:ln>
            <a:solidFill>
              <a:srgbClr val="000000">
                <a:alpha val="100000"/>
              </a:srgbClr>
            </a:solidFill>
            <a:miter lim="800000"/>
          </a:ln>
        </p:spPr>
      </p:sp>
      <p:sp>
        <p:nvSpPr>
          <p:cNvPr id="64515"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x-none" dirty="0"/>
          </a:p>
        </p:txBody>
      </p:sp>
      <p:sp>
        <p:nvSpPr>
          <p:cNvPr id="64516"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Slide Image Placeholder 1"/>
          <p:cNvSpPr>
            <a:spLocks noGrp="1" noRot="1" noChangeAspect="1" noTextEdit="1"/>
          </p:cNvSpPr>
          <p:nvPr>
            <p:ph type="sldImg"/>
          </p:nvPr>
        </p:nvSpPr>
        <p:spPr>
          <a:ln>
            <a:solidFill>
              <a:srgbClr val="000000">
                <a:alpha val="100000"/>
              </a:srgbClr>
            </a:solidFill>
            <a:miter lim="800000"/>
          </a:ln>
        </p:spPr>
      </p:sp>
      <p:sp>
        <p:nvSpPr>
          <p:cNvPr id="65539"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x-none" dirty="0"/>
          </a:p>
        </p:txBody>
      </p:sp>
      <p:sp>
        <p:nvSpPr>
          <p:cNvPr id="65540"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Slide Image Placeholder 1"/>
          <p:cNvSpPr>
            <a:spLocks noGrp="1" noRot="1" noChangeAspect="1" noTextEdit="1"/>
          </p:cNvSpPr>
          <p:nvPr>
            <p:ph type="sldImg"/>
          </p:nvPr>
        </p:nvSpPr>
        <p:spPr>
          <a:ln>
            <a:solidFill>
              <a:srgbClr val="000000">
                <a:alpha val="100000"/>
              </a:srgbClr>
            </a:solidFill>
            <a:miter lim="800000"/>
          </a:ln>
        </p:spPr>
      </p:sp>
      <p:sp>
        <p:nvSpPr>
          <p:cNvPr id="66563"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x-none" dirty="0"/>
          </a:p>
        </p:txBody>
      </p:sp>
      <p:sp>
        <p:nvSpPr>
          <p:cNvPr id="66564"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Slide Image Placeholder 1"/>
          <p:cNvSpPr>
            <a:spLocks noGrp="1" noRot="1" noChangeAspect="1" noTextEdit="1"/>
          </p:cNvSpPr>
          <p:nvPr>
            <p:ph type="sldImg"/>
          </p:nvPr>
        </p:nvSpPr>
        <p:spPr>
          <a:ln>
            <a:solidFill>
              <a:srgbClr val="000000">
                <a:alpha val="100000"/>
              </a:srgbClr>
            </a:solidFill>
            <a:miter lim="800000"/>
          </a:ln>
        </p:spPr>
      </p:sp>
      <p:sp>
        <p:nvSpPr>
          <p:cNvPr id="67587"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x-none" dirty="0"/>
          </a:p>
        </p:txBody>
      </p:sp>
      <p:sp>
        <p:nvSpPr>
          <p:cNvPr id="67588"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Slide Image Placeholder 1"/>
          <p:cNvSpPr>
            <a:spLocks noGrp="1" noRot="1" noChangeAspect="1" noTextEdit="1"/>
          </p:cNvSpPr>
          <p:nvPr>
            <p:ph type="sldImg"/>
          </p:nvPr>
        </p:nvSpPr>
        <p:spPr>
          <a:ln>
            <a:solidFill>
              <a:srgbClr val="000000">
                <a:alpha val="100000"/>
              </a:srgbClr>
            </a:solidFill>
            <a:miter lim="800000"/>
          </a:ln>
        </p:spPr>
      </p:sp>
      <p:sp>
        <p:nvSpPr>
          <p:cNvPr id="69635"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x-none" dirty="0"/>
          </a:p>
        </p:txBody>
      </p:sp>
      <p:sp>
        <p:nvSpPr>
          <p:cNvPr id="69636"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altLang="x-none" sz="1200" dirty="0"/>
            </a:fld>
            <a:endParaRPr lang="en-US" altLang="x-none"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s">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og indholdsobjekt">
    <p:bg>
      <p:bgPr>
        <a:solidFill>
          <a:schemeClr val="bg1"/>
        </a:solidFill>
        <a:effectLst/>
      </p:bgPr>
    </p:bg>
    <p:spTree>
      <p:nvGrpSpPr>
        <p:cNvPr id="1" name=""/>
        <p:cNvGrpSpPr/>
        <p:nvPr/>
      </p:nvGrpSpPr>
      <p:grpSpPr>
        <a:xfrm>
          <a:off x="0" y="0"/>
          <a:ext cx="0" cy="0"/>
          <a:chOff x="0" y="0"/>
          <a:chExt cx="0" cy="0"/>
        </a:xfrm>
      </p:grpSpPr>
      <p:sp>
        <p:nvSpPr>
          <p:cNvPr id="2" name="Rektangel 2"/>
          <p:cNvSpPr>
            <a:spLocks noChangeArrowheads="1"/>
          </p:cNvSpPr>
          <p:nvPr/>
        </p:nvSpPr>
        <p:spPr bwMode="auto">
          <a:xfrm>
            <a:off x="0" y="795338"/>
            <a:ext cx="9144000" cy="1230313"/>
          </a:xfrm>
          <a:prstGeom prst="rect">
            <a:avLst/>
          </a:prstGeom>
          <a:gradFill flip="none" rotWithShape="1">
            <a:gsLst>
              <a:gs pos="21000">
                <a:srgbClr val="7DC8DF"/>
              </a:gs>
              <a:gs pos="100000">
                <a:srgbClr val="6699FF"/>
              </a:gs>
            </a:gsLst>
            <a:lin ang="5400000" scaled="1"/>
            <a:tileRect/>
          </a:gradFill>
          <a:ln w="9525">
            <a:noFill/>
            <a:miter lim="800000"/>
          </a:ln>
          <a:effectLst/>
        </p:spPr>
        <p:txBody>
          <a:bodyPr anchor="ctr"/>
          <a:lstStyle/>
          <a:p>
            <a:pPr marL="0" marR="0" lvl="0" indent="-342900" algn="ctr" defTabSz="457200" rtl="0" eaLnBrk="1" fontAlgn="auto" latinLnBrk="0" hangingPunct="1">
              <a:lnSpc>
                <a:spcPct val="100000"/>
              </a:lnSpc>
              <a:spcBef>
                <a:spcPts val="0"/>
              </a:spcBef>
              <a:spcAft>
                <a:spcPts val="0"/>
              </a:spcAft>
              <a:buClrTx/>
              <a:buSzTx/>
              <a:buFont typeface="+mj-lt"/>
              <a:buAutoNum type="arabicPeriod"/>
              <a:defRPr/>
            </a:pPr>
            <a:endParaRPr kumimoji="0" lang="da-DK" sz="1600" b="1" i="0" u="none" strike="noStrike" kern="0" cap="none" spc="0" normalizeH="0" baseline="0" noProof="1">
              <a:ln>
                <a:noFill/>
              </a:ln>
              <a:solidFill>
                <a:srgbClr val="FFFFFF"/>
              </a:solidFill>
              <a:effectLst/>
              <a:uLnTx/>
              <a:uFillTx/>
              <a:latin typeface="Arial" panose="020B0604020202020204" pitchFamily="34" charset="0"/>
              <a:ea typeface="MS PGothic" panose="020B0600070205080204" pitchFamily="34" charset="-128"/>
              <a:cs typeface="+mn-cs"/>
            </a:endParaRPr>
          </a:p>
        </p:txBody>
      </p:sp>
      <p:pic>
        <p:nvPicPr>
          <p:cNvPr id="1027" name="Billede 3" descr="dreamstime_Handsoverlapping.jpg"/>
          <p:cNvPicPr>
            <a:picLocks noChangeAspect="1"/>
          </p:cNvPicPr>
          <p:nvPr userDrawn="1"/>
        </p:nvPicPr>
        <p:blipFill>
          <a:blip r:embed="rId2"/>
          <a:stretch>
            <a:fillRect/>
          </a:stretch>
        </p:blipFill>
        <p:spPr>
          <a:xfrm>
            <a:off x="7253288" y="785813"/>
            <a:ext cx="1890712" cy="1227137"/>
          </a:xfrm>
          <a:prstGeom prst="rect">
            <a:avLst/>
          </a:prstGeom>
          <a:noFill/>
          <a:ln w="9525">
            <a:noFill/>
          </a:ln>
        </p:spPr>
      </p:pic>
      <p:sp>
        <p:nvSpPr>
          <p:cNvPr id="3" name="Pladsholder til indhold 2"/>
          <p:cNvSpPr>
            <a:spLocks noGrp="1"/>
          </p:cNvSpPr>
          <p:nvPr>
            <p:ph idx="1" hasCustomPrompt="1"/>
          </p:nvPr>
        </p:nvSpPr>
        <p:spPr>
          <a:xfrm>
            <a:off x="457200" y="2298700"/>
            <a:ext cx="8229600" cy="3827463"/>
          </a:xfrm>
          <a:prstGeom prst="rect">
            <a:avLst/>
          </a:prstGeom>
        </p:spPr>
        <p:txBody>
          <a:bodyPr/>
          <a:lstStyle>
            <a:lvl1pPr>
              <a:defRPr>
                <a:solidFill>
                  <a:srgbClr val="000000"/>
                </a:solidFill>
                <a:latin typeface="+mn-lt"/>
                <a:cs typeface="Arial" panose="020B0604020202020204"/>
              </a:defRPr>
            </a:lvl1pPr>
            <a:lvl2pPr>
              <a:defRPr>
                <a:solidFill>
                  <a:srgbClr val="000000"/>
                </a:solidFill>
                <a:latin typeface="+mn-lt"/>
                <a:cs typeface="Arial" panose="020B0604020202020204"/>
              </a:defRPr>
            </a:lvl2pPr>
            <a:lvl3pPr>
              <a:defRPr>
                <a:solidFill>
                  <a:srgbClr val="000000"/>
                </a:solidFill>
                <a:latin typeface="+mn-lt"/>
                <a:cs typeface="Arial" panose="020B0604020202020204"/>
              </a:defRPr>
            </a:lvl3pPr>
            <a:lvl4pPr>
              <a:defRPr>
                <a:solidFill>
                  <a:srgbClr val="000000"/>
                </a:solidFill>
                <a:latin typeface="+mn-lt"/>
                <a:cs typeface="Arial" panose="020B0604020202020204"/>
              </a:defRPr>
            </a:lvl4pPr>
            <a:lvl5pPr>
              <a:defRPr>
                <a:solidFill>
                  <a:srgbClr val="000000"/>
                </a:solidFill>
                <a:latin typeface="+mn-lt"/>
                <a:cs typeface="Arial" panose="020B0604020202020204"/>
              </a:defRPr>
            </a:lvl5pPr>
          </a:lstStyle>
          <a:p>
            <a:pPr lvl="0"/>
            <a:r>
              <a:rPr lang="da-DK" dirty="0" smtClean="0"/>
              <a:t>Klik for at redigere teksttypografierne i masteren</a:t>
            </a:r>
            <a:endParaRPr lang="da-DK" dirty="0" smtClean="0"/>
          </a:p>
          <a:p>
            <a:pPr lvl="1"/>
            <a:r>
              <a:rPr lang="da-DK" dirty="0" smtClean="0"/>
              <a:t>Andet niveau</a:t>
            </a:r>
            <a:endParaRPr lang="da-DK" dirty="0" smtClean="0"/>
          </a:p>
          <a:p>
            <a:pPr lvl="2"/>
            <a:r>
              <a:rPr lang="da-DK" dirty="0" smtClean="0"/>
              <a:t>Tredje niveau</a:t>
            </a:r>
            <a:endParaRPr lang="da-DK" dirty="0" smtClean="0"/>
          </a:p>
          <a:p>
            <a:pPr lvl="3"/>
            <a:r>
              <a:rPr lang="da-DK" dirty="0" smtClean="0"/>
              <a:t>Fjerde niveau</a:t>
            </a:r>
            <a:endParaRPr lang="da-DK" dirty="0" smtClean="0"/>
          </a:p>
          <a:p>
            <a:pPr lvl="4"/>
            <a:r>
              <a:rPr lang="da-DK" dirty="0" smtClean="0"/>
              <a:t>Femte niveau</a:t>
            </a:r>
            <a:endParaRPr lang="da-DK" dirty="0"/>
          </a:p>
        </p:txBody>
      </p:sp>
      <p:sp>
        <p:nvSpPr>
          <p:cNvPr id="11" name="Pladsholder til tekst 2"/>
          <p:cNvSpPr>
            <a:spLocks noGrp="1"/>
          </p:cNvSpPr>
          <p:nvPr>
            <p:ph type="body" idx="13"/>
          </p:nvPr>
        </p:nvSpPr>
        <p:spPr>
          <a:xfrm>
            <a:off x="168835" y="941295"/>
            <a:ext cx="6635376" cy="1056041"/>
          </a:xfrm>
          <a:prstGeom prst="rect">
            <a:avLst/>
          </a:prstGeom>
        </p:spPr>
        <p:txBody>
          <a:bodyPr anchor="b"/>
          <a:lstStyle>
            <a:lvl1pPr marL="0" marR="0" indent="0" algn="l" defTabSz="457200" rtl="0" eaLnBrk="0" fontAlgn="base" latinLnBrk="0" hangingPunct="0">
              <a:lnSpc>
                <a:spcPct val="100000"/>
              </a:lnSpc>
              <a:spcBef>
                <a:spcPct val="20000"/>
              </a:spcBef>
              <a:spcAft>
                <a:spcPct val="0"/>
              </a:spcAft>
              <a:buClrTx/>
              <a:buSzTx/>
              <a:buFont typeface="Arial" panose="020B0604020202020204" pitchFamily="34" charset="0"/>
              <a:buNone/>
              <a:defRPr sz="3200" b="1">
                <a:latin typeface="+mn-lt"/>
                <a:cs typeface="Arial" panose="020B0604020202020204"/>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Pladsholder til dato 3"/>
          <p:cNvSpPr>
            <a:spLocks noGrp="1"/>
          </p:cNvSpPr>
          <p:nvPr>
            <p:ph type="dt" sz="half" idx="2"/>
          </p:nvPr>
        </p:nvSpPr>
        <p:spPr>
          <a:xfrm>
            <a:off x="457200" y="6356350"/>
            <a:ext cx="2133600" cy="365125"/>
          </a:xfrm>
          <a:prstGeom prst="rect">
            <a:avLst/>
          </a:prstGeom>
        </p:spPr>
        <p:txBody>
          <a:bodyPr vert="horz" wrap="square" lIns="91440" tIns="45720" rIns="91440" bIns="45720" numCol="1" anchor="t" anchorCtr="0" compatLnSpc="1"/>
          <a:lstStyle>
            <a:lvl1pPr>
              <a:defRPr>
                <a:solidFill>
                  <a:srgbClr val="000000"/>
                </a:solidFill>
                <a:latin typeface="Arial" panose="020B0604020202020204" pitchFamily="34" charset="0"/>
                <a:ea typeface="MS PGothic" panose="020B0600070205080204" pitchFamily="34" charset="-128"/>
                <a:cs typeface="MS PGothic" panose="020B0600070205080204" pitchFamily="34" charset="-128"/>
              </a:defRPr>
            </a:lvl1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da-DK" sz="18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S PGothic" panose="020B0600070205080204" pitchFamily="34" charset="-128"/>
              </a:rPr>
              <a:t>Your footnote</a:t>
            </a:r>
            <a:endParaRPr kumimoji="0" lang="da-DK" sz="18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S PGothic" panose="020B0600070205080204" pitchFamily="34" charset="-128"/>
            </a:endParaRPr>
          </a:p>
        </p:txBody>
      </p:sp>
      <p:sp>
        <p:nvSpPr>
          <p:cNvPr id="5" name="Pladsholder til diasnumm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t" anchorCtr="0" compatLnSpc="1"/>
          <a:lstStyle>
            <a:lvl1pPr>
              <a:defRPr>
                <a:solidFill>
                  <a:srgbClr val="000000"/>
                </a:solidFill>
                <a:latin typeface="Arial" panose="020B0604020202020204" pitchFamily="34" charset="0"/>
                <a:ea typeface="MS PGothic" panose="020B0600070205080204" pitchFamily="34" charset="-128"/>
                <a:cs typeface="MS PGothic" panose="020B0600070205080204" pitchFamily="34" charset="-128"/>
              </a:defRPr>
            </a:lvl1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da-DK" sz="18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S PGothic" panose="020B0600070205080204" pitchFamily="34" charset="-128"/>
              </a:rPr>
              <a:t>Your Logo</a:t>
            </a:r>
            <a:endParaRPr kumimoji="0" lang="da-DK" sz="18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S PGothic" panose="020B0600070205080204" pitchFamily="34" charset="-128"/>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fsnitsoverskrift">
    <p:bg>
      <p:bgPr>
        <a:solidFill>
          <a:schemeClr val="bg1"/>
        </a:solidFill>
        <a:effectLst/>
      </p:bgPr>
    </p:bg>
    <p:spTree>
      <p:nvGrpSpPr>
        <p:cNvPr id="1" name=""/>
        <p:cNvGrpSpPr/>
        <p:nvPr/>
      </p:nvGrpSpPr>
      <p:grpSpPr>
        <a:xfrm>
          <a:off x="0" y="0"/>
          <a:ext cx="0" cy="0"/>
          <a:chOff x="0" y="0"/>
          <a:chExt cx="0" cy="0"/>
        </a:xfrm>
      </p:grpSpPr>
      <p:grpSp>
        <p:nvGrpSpPr>
          <p:cNvPr id="2050" name="Gruppe 12"/>
          <p:cNvGrpSpPr/>
          <p:nvPr userDrawn="1"/>
        </p:nvGrpSpPr>
        <p:grpSpPr>
          <a:xfrm>
            <a:off x="0" y="0"/>
            <a:ext cx="9144000" cy="1970088"/>
            <a:chOff x="0" y="0"/>
            <a:chExt cx="9144000" cy="1970099"/>
          </a:xfrm>
        </p:grpSpPr>
        <p:sp>
          <p:nvSpPr>
            <p:cNvPr id="3" name="Rektangel 2"/>
            <p:cNvSpPr>
              <a:spLocks noChangeArrowheads="1"/>
            </p:cNvSpPr>
            <p:nvPr/>
          </p:nvSpPr>
          <p:spPr bwMode="auto">
            <a:xfrm>
              <a:off x="0" y="0"/>
              <a:ext cx="9144000" cy="1970099"/>
            </a:xfrm>
            <a:prstGeom prst="rect">
              <a:avLst/>
            </a:prstGeom>
            <a:gradFill flip="none" rotWithShape="1">
              <a:gsLst>
                <a:gs pos="21000">
                  <a:srgbClr val="7DC8DF"/>
                </a:gs>
                <a:gs pos="100000">
                  <a:srgbClr val="6699FF"/>
                </a:gs>
              </a:gsLst>
              <a:lin ang="5400000" scaled="1"/>
              <a:tileRect/>
            </a:gradFill>
            <a:ln w="9525">
              <a:noFill/>
              <a:miter lim="800000"/>
            </a:ln>
            <a:effectLst/>
          </p:spPr>
          <p:txBody>
            <a:bodyPr anchor="ctr"/>
            <a:lstStyle/>
            <a:p>
              <a:pPr marL="0" marR="0" lvl="0" indent="-342900" algn="ctr" defTabSz="457200" rtl="0" eaLnBrk="1" fontAlgn="base" latinLnBrk="0" hangingPunct="1">
                <a:lnSpc>
                  <a:spcPct val="100000"/>
                </a:lnSpc>
                <a:spcBef>
                  <a:spcPct val="0"/>
                </a:spcBef>
                <a:spcAft>
                  <a:spcPct val="0"/>
                </a:spcAft>
                <a:buClrTx/>
                <a:buSzTx/>
                <a:buFont typeface="Calibri" panose="020F0502020204030204" pitchFamily="34" charset="0"/>
                <a:buAutoNum type="arabicPeriod"/>
                <a:defRPr/>
              </a:pPr>
              <a:endParaRPr kumimoji="0" lang="en-US" sz="1600" b="1" i="0" u="none" strike="noStrike" kern="1200" cap="none" spc="0" normalizeH="0" baseline="0" noProof="1">
                <a:ln>
                  <a:noFill/>
                </a:ln>
                <a:solidFill>
                  <a:srgbClr val="FFFFFF"/>
                </a:solidFill>
                <a:effectLst/>
                <a:uLnTx/>
                <a:uFillTx/>
                <a:latin typeface="Arial" panose="020B0604020202020204" pitchFamily="34" charset="0"/>
                <a:ea typeface="MS PGothic" panose="020B0600070205080204" pitchFamily="34" charset="-128"/>
                <a:cs typeface="+mn-cs"/>
              </a:endParaRPr>
            </a:p>
          </p:txBody>
        </p:sp>
        <p:sp>
          <p:nvSpPr>
            <p:cNvPr id="4" name="Rektangel 3"/>
            <p:cNvSpPr>
              <a:spLocks noChangeArrowheads="1"/>
            </p:cNvSpPr>
            <p:nvPr/>
          </p:nvSpPr>
          <p:spPr bwMode="auto">
            <a:xfrm>
              <a:off x="0" y="1703398"/>
              <a:ext cx="9144000" cy="266701"/>
            </a:xfrm>
            <a:prstGeom prst="rect">
              <a:avLst/>
            </a:prstGeom>
            <a:gradFill rotWithShape="1">
              <a:gsLst>
                <a:gs pos="0">
                  <a:srgbClr val="002060"/>
                </a:gs>
                <a:gs pos="100000">
                  <a:srgbClr val="1F88C8"/>
                </a:gs>
              </a:gsLst>
              <a:lin ang="16200000"/>
            </a:gradFill>
            <a:ln w="9525">
              <a:solidFill>
                <a:srgbClr val="227088"/>
              </a:solidFill>
              <a:miter lim="800000"/>
            </a:ln>
            <a:effectLst>
              <a:outerShdw blurRad="63500" dist="23000" dir="5400000" rotWithShape="0">
                <a:srgbClr val="000000">
                  <a:alpha val="34998"/>
                </a:srgbClr>
              </a:outerShdw>
            </a:effectLst>
          </p:spPr>
          <p:txBody>
            <a:bodyPr anchor="ctr"/>
            <a:lstStyle/>
            <a:p>
              <a:pPr marL="0" marR="0" lvl="0" indent="-342900" algn="ctr" defTabSz="914400" rtl="0" eaLnBrk="1" fontAlgn="base" latinLnBrk="0" hangingPunct="1">
                <a:lnSpc>
                  <a:spcPct val="100000"/>
                </a:lnSpc>
                <a:spcBef>
                  <a:spcPct val="0"/>
                </a:spcBef>
                <a:spcAft>
                  <a:spcPct val="0"/>
                </a:spcAft>
                <a:buClrTx/>
                <a:buSzTx/>
                <a:buFont typeface="Calibri" panose="020F0502020204030204" pitchFamily="34" charset="0"/>
                <a:buAutoNum type="arabicPeriod"/>
                <a:defRPr/>
              </a:pPr>
              <a:endParaRPr kumimoji="0" lang="en-US" sz="1400" b="1" i="0" u="none" strike="noStrike" kern="1200" cap="none" spc="0" normalizeH="0" baseline="0" noProof="1">
                <a:ln>
                  <a:noFill/>
                </a:ln>
                <a:solidFill>
                  <a:srgbClr val="FFFFFF"/>
                </a:solidFill>
                <a:effectLst/>
                <a:uLnTx/>
                <a:uFillTx/>
                <a:latin typeface="Arial" panose="020B0604020202020204" pitchFamily="34" charset="0"/>
                <a:ea typeface="MS PGothic" panose="020B0600070205080204" pitchFamily="34" charset="-128"/>
                <a:cs typeface="+mn-cs"/>
              </a:endParaRPr>
            </a:p>
          </p:txBody>
        </p:sp>
      </p:grpSp>
      <p:sp>
        <p:nvSpPr>
          <p:cNvPr id="8" name="Pladsholder til indhold 2"/>
          <p:cNvSpPr>
            <a:spLocks noGrp="1"/>
          </p:cNvSpPr>
          <p:nvPr>
            <p:ph idx="1" hasCustomPrompt="1"/>
          </p:nvPr>
        </p:nvSpPr>
        <p:spPr>
          <a:xfrm>
            <a:off x="457200" y="2552700"/>
            <a:ext cx="8229600" cy="3573463"/>
          </a:xfrm>
          <a:prstGeom prst="rect">
            <a:avLst/>
          </a:prstGeom>
        </p:spPr>
        <p:txBody>
          <a:bodyPr/>
          <a:lstStyle>
            <a:lvl1pPr>
              <a:defRPr>
                <a:solidFill>
                  <a:srgbClr val="000000"/>
                </a:solidFill>
                <a:latin typeface="+mn-lt"/>
                <a:cs typeface="Arial" panose="020B0604020202020204"/>
              </a:defRPr>
            </a:lvl1pPr>
            <a:lvl2pPr>
              <a:defRPr>
                <a:solidFill>
                  <a:srgbClr val="000000"/>
                </a:solidFill>
                <a:latin typeface="+mn-lt"/>
                <a:cs typeface="Arial" panose="020B0604020202020204"/>
              </a:defRPr>
            </a:lvl2pPr>
            <a:lvl3pPr>
              <a:defRPr>
                <a:solidFill>
                  <a:srgbClr val="000000"/>
                </a:solidFill>
                <a:latin typeface="+mn-lt"/>
                <a:cs typeface="Arial" panose="020B0604020202020204"/>
              </a:defRPr>
            </a:lvl3pPr>
            <a:lvl4pPr>
              <a:defRPr>
                <a:solidFill>
                  <a:srgbClr val="000000"/>
                </a:solidFill>
                <a:latin typeface="+mn-lt"/>
                <a:cs typeface="Arial" panose="020B0604020202020204"/>
              </a:defRPr>
            </a:lvl4pPr>
            <a:lvl5pPr>
              <a:defRPr>
                <a:solidFill>
                  <a:srgbClr val="000000"/>
                </a:solidFill>
                <a:latin typeface="+mn-lt"/>
                <a:cs typeface="Arial" panose="020B0604020202020204"/>
              </a:defRPr>
            </a:lvl5pPr>
          </a:lstStyle>
          <a:p>
            <a:pPr lvl="0"/>
            <a:r>
              <a:rPr lang="da-DK" dirty="0" smtClean="0"/>
              <a:t>Klik for at redigere teksttypografierne i masteren</a:t>
            </a:r>
            <a:endParaRPr lang="da-DK" dirty="0" smtClean="0"/>
          </a:p>
          <a:p>
            <a:pPr lvl="1"/>
            <a:r>
              <a:rPr lang="da-DK" dirty="0" smtClean="0"/>
              <a:t>Andet niveau</a:t>
            </a:r>
            <a:endParaRPr lang="da-DK" dirty="0" smtClean="0"/>
          </a:p>
          <a:p>
            <a:pPr lvl="2"/>
            <a:r>
              <a:rPr lang="da-DK" dirty="0" smtClean="0"/>
              <a:t>Tredje niveau</a:t>
            </a:r>
            <a:endParaRPr lang="da-DK" dirty="0" smtClean="0"/>
          </a:p>
          <a:p>
            <a:pPr lvl="3"/>
            <a:r>
              <a:rPr lang="da-DK" dirty="0" smtClean="0"/>
              <a:t>Fjerde niveau</a:t>
            </a:r>
            <a:endParaRPr lang="da-DK" dirty="0" smtClean="0"/>
          </a:p>
          <a:p>
            <a:pPr lvl="4"/>
            <a:r>
              <a:rPr lang="da-DK" dirty="0" smtClean="0"/>
              <a:t>Femte niveau</a:t>
            </a:r>
            <a:endParaRPr lang="da-DK" dirty="0"/>
          </a:p>
        </p:txBody>
      </p:sp>
      <p:sp>
        <p:nvSpPr>
          <p:cNvPr id="12" name="Pladsholder til tekst 2"/>
          <p:cNvSpPr>
            <a:spLocks noGrp="1"/>
          </p:cNvSpPr>
          <p:nvPr>
            <p:ph type="body" idx="13" hasCustomPrompt="1"/>
          </p:nvPr>
        </p:nvSpPr>
        <p:spPr>
          <a:xfrm>
            <a:off x="177800" y="1130301"/>
            <a:ext cx="6489700" cy="358774"/>
          </a:xfrm>
          <a:prstGeom prst="rect">
            <a:avLst/>
          </a:prstGeom>
        </p:spPr>
        <p:txBody>
          <a:bodyPr anchor="b"/>
          <a:lstStyle>
            <a:lvl1pPr marL="0" indent="0">
              <a:buNone/>
              <a:defRPr sz="3200" b="1">
                <a:latin typeface="+mn-lt"/>
                <a:cs typeface="Arial" panose="020B0604020202020204"/>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dirty="0" smtClean="0"/>
              <a:t>Klik for at redigere teksttypografierne i masteren</a:t>
            </a:r>
            <a:endParaRPr lang="da-DK" dirty="0" smtClean="0"/>
          </a:p>
        </p:txBody>
      </p:sp>
      <p:sp>
        <p:nvSpPr>
          <p:cNvPr id="5" name="Pladsholder til dato 3"/>
          <p:cNvSpPr>
            <a:spLocks noGrp="1"/>
          </p:cNvSpPr>
          <p:nvPr>
            <p:ph type="dt" sz="half" idx="2"/>
          </p:nvPr>
        </p:nvSpPr>
        <p:spPr>
          <a:xfrm>
            <a:off x="457200" y="6356350"/>
            <a:ext cx="2133600" cy="365125"/>
          </a:xfrm>
          <a:prstGeom prst="rect">
            <a:avLst/>
          </a:prstGeom>
        </p:spPr>
        <p:txBody>
          <a:bodyPr vert="horz" wrap="square" lIns="91440" tIns="45720" rIns="91440" bIns="45720" numCol="1" anchor="t" anchorCtr="0" compatLnSpc="1"/>
          <a:lstStyle>
            <a:lvl1pPr>
              <a:defRPr>
                <a:solidFill>
                  <a:srgbClr val="000000"/>
                </a:solidFill>
                <a:latin typeface="Arial" panose="020B0604020202020204" pitchFamily="34" charset="0"/>
                <a:ea typeface="MS PGothic" panose="020B0600070205080204" pitchFamily="34" charset="-128"/>
                <a:cs typeface="MS PGothic" panose="020B0600070205080204" pitchFamily="34" charset="-128"/>
              </a:defRPr>
            </a:lvl1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da-DK" sz="18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S PGothic" panose="020B0600070205080204" pitchFamily="34" charset="-128"/>
              </a:rPr>
              <a:t>Your footnote</a:t>
            </a:r>
            <a:endParaRPr kumimoji="0" lang="da-DK" sz="18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S PGothic" panose="020B0600070205080204" pitchFamily="34" charset="-128"/>
            </a:endParaRPr>
          </a:p>
        </p:txBody>
      </p:sp>
      <p:sp>
        <p:nvSpPr>
          <p:cNvPr id="6" name="Pladsholder til diasnumm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t" anchorCtr="0" compatLnSpc="1"/>
          <a:lstStyle>
            <a:lvl1pPr>
              <a:defRPr>
                <a:solidFill>
                  <a:srgbClr val="000000"/>
                </a:solidFill>
                <a:latin typeface="Arial" panose="020B0604020202020204" pitchFamily="34" charset="0"/>
                <a:ea typeface="MS PGothic" panose="020B0600070205080204" pitchFamily="34" charset="-128"/>
                <a:cs typeface="MS PGothic" panose="020B0600070205080204" pitchFamily="34" charset="-128"/>
              </a:defRPr>
            </a:lvl1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da-DK" sz="18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S PGothic" panose="020B0600070205080204" pitchFamily="34" charset="-128"/>
              </a:rPr>
              <a:t>Your Logo</a:t>
            </a:r>
            <a:endParaRPr kumimoji="0" lang="da-DK" sz="18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S PGothic" panose="020B0600070205080204" pitchFamily="34" charset="-128"/>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bg>
      <p:bgPr>
        <a:solidFill>
          <a:schemeClr val="bg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57200" y="274638"/>
            <a:ext cx="8229600" cy="1143000"/>
          </a:xfrm>
          <a:prstGeom prst="rect">
            <a:avLst/>
          </a:prstGeom>
        </p:spPr>
        <p:txBody>
          <a:bodyPr/>
          <a:lstStyle>
            <a:lvl1pPr>
              <a:defRPr>
                <a:latin typeface="Arial" panose="020B0604020202020204"/>
              </a:defRPr>
            </a:lvl1pPr>
          </a:lstStyle>
          <a:p>
            <a:r>
              <a:rPr lang="da-DK" dirty="0" smtClean="0"/>
              <a:t>Klik for at redigere i masteren</a:t>
            </a:r>
            <a:endParaRPr lang="da-DK" dirty="0"/>
          </a:p>
        </p:txBody>
      </p:sp>
      <p:sp>
        <p:nvSpPr>
          <p:cNvPr id="3" name="Pladsholder til indhold 2"/>
          <p:cNvSpPr>
            <a:spLocks noGrp="1"/>
          </p:cNvSpPr>
          <p:nvPr>
            <p:ph sz="half" idx="1" hasCustomPrompt="1"/>
          </p:nvPr>
        </p:nvSpPr>
        <p:spPr>
          <a:xfrm>
            <a:off x="457200" y="1600200"/>
            <a:ext cx="4038600" cy="4525963"/>
          </a:xfrm>
          <a:prstGeom prst="rect">
            <a:avLst/>
          </a:prstGeom>
        </p:spPr>
        <p:txBody>
          <a:bodyPr/>
          <a:lstStyle>
            <a:lvl1pPr>
              <a:defRPr sz="2800">
                <a:latin typeface="Arial" panose="020B0604020202020204"/>
              </a:defRPr>
            </a:lvl1pPr>
            <a:lvl2pPr>
              <a:defRPr sz="2400">
                <a:latin typeface="Arial" panose="020B0604020202020204"/>
              </a:defRPr>
            </a:lvl2pPr>
            <a:lvl3pPr>
              <a:defRPr sz="2000">
                <a:latin typeface="Arial" panose="020B0604020202020204"/>
              </a:defRPr>
            </a:lvl3pPr>
            <a:lvl4pPr>
              <a:defRPr sz="1800">
                <a:latin typeface="Arial" panose="020B0604020202020204"/>
              </a:defRPr>
            </a:lvl4pPr>
            <a:lvl5pPr>
              <a:defRPr sz="1800">
                <a:latin typeface="Arial" panose="020B0604020202020204"/>
              </a:defRPr>
            </a:lvl5pPr>
            <a:lvl6pPr>
              <a:defRPr sz="1800"/>
            </a:lvl6pPr>
            <a:lvl7pPr>
              <a:defRPr sz="1800"/>
            </a:lvl7pPr>
            <a:lvl8pPr>
              <a:defRPr sz="1800"/>
            </a:lvl8pPr>
            <a:lvl9pPr>
              <a:defRPr sz="1800"/>
            </a:lvl9pPr>
          </a:lstStyle>
          <a:p>
            <a:pPr lvl="0"/>
            <a:r>
              <a:rPr lang="da-DK" dirty="0" smtClean="0"/>
              <a:t>Klik for at redigere teksttypografierne i masteren</a:t>
            </a:r>
            <a:endParaRPr lang="da-DK" dirty="0" smtClean="0"/>
          </a:p>
          <a:p>
            <a:pPr lvl="1"/>
            <a:r>
              <a:rPr lang="da-DK" dirty="0" smtClean="0"/>
              <a:t>Andet niveau</a:t>
            </a:r>
            <a:endParaRPr lang="da-DK" dirty="0" smtClean="0"/>
          </a:p>
          <a:p>
            <a:pPr lvl="2"/>
            <a:r>
              <a:rPr lang="da-DK" dirty="0" smtClean="0"/>
              <a:t>Tredje niveau</a:t>
            </a:r>
            <a:endParaRPr lang="da-DK" dirty="0" smtClean="0"/>
          </a:p>
          <a:p>
            <a:pPr lvl="3"/>
            <a:r>
              <a:rPr lang="da-DK" dirty="0" smtClean="0"/>
              <a:t>Fjerde niveau</a:t>
            </a:r>
            <a:endParaRPr lang="da-DK" dirty="0" smtClean="0"/>
          </a:p>
          <a:p>
            <a:pPr lvl="4"/>
            <a:r>
              <a:rPr lang="da-DK" dirty="0" smtClean="0"/>
              <a:t>Femte niveau</a:t>
            </a:r>
            <a:endParaRPr lang="da-DK" dirty="0"/>
          </a:p>
        </p:txBody>
      </p:sp>
      <p:sp>
        <p:nvSpPr>
          <p:cNvPr id="4" name="Pladsholder til indhold 3"/>
          <p:cNvSpPr>
            <a:spLocks noGrp="1"/>
          </p:cNvSpPr>
          <p:nvPr>
            <p:ph sz="half" idx="2" hasCustomPrompt="1"/>
          </p:nvPr>
        </p:nvSpPr>
        <p:spPr>
          <a:xfrm>
            <a:off x="4648200" y="1600200"/>
            <a:ext cx="4038600" cy="4525963"/>
          </a:xfrm>
          <a:prstGeom prst="rect">
            <a:avLst/>
          </a:prstGeom>
        </p:spPr>
        <p:txBody>
          <a:bodyPr/>
          <a:lstStyle>
            <a:lvl1pPr>
              <a:defRPr sz="2800">
                <a:latin typeface="Arial" panose="020B0604020202020204"/>
              </a:defRPr>
            </a:lvl1pPr>
            <a:lvl2pPr>
              <a:defRPr sz="2400">
                <a:latin typeface="Arial" panose="020B0604020202020204"/>
              </a:defRPr>
            </a:lvl2pPr>
            <a:lvl3pPr>
              <a:defRPr sz="2000">
                <a:latin typeface="Arial" panose="020B0604020202020204"/>
              </a:defRPr>
            </a:lvl3pPr>
            <a:lvl4pPr>
              <a:defRPr sz="1800">
                <a:latin typeface="Arial" panose="020B0604020202020204"/>
              </a:defRPr>
            </a:lvl4pPr>
            <a:lvl5pPr>
              <a:defRPr sz="1800">
                <a:latin typeface="Arial" panose="020B0604020202020204"/>
              </a:defRPr>
            </a:lvl5pPr>
            <a:lvl6pPr>
              <a:defRPr sz="1800"/>
            </a:lvl6pPr>
            <a:lvl7pPr>
              <a:defRPr sz="1800"/>
            </a:lvl7pPr>
            <a:lvl8pPr>
              <a:defRPr sz="1800"/>
            </a:lvl8pPr>
            <a:lvl9pPr>
              <a:defRPr sz="1800"/>
            </a:lvl9pPr>
          </a:lstStyle>
          <a:p>
            <a:pPr lvl="0"/>
            <a:r>
              <a:rPr lang="da-DK" dirty="0" smtClean="0"/>
              <a:t>Klik for at redigere teksttypografierne i masteren</a:t>
            </a:r>
            <a:endParaRPr lang="da-DK" dirty="0" smtClean="0"/>
          </a:p>
          <a:p>
            <a:pPr lvl="1"/>
            <a:r>
              <a:rPr lang="da-DK" dirty="0" smtClean="0"/>
              <a:t>Andet niveau</a:t>
            </a:r>
            <a:endParaRPr lang="da-DK" dirty="0" smtClean="0"/>
          </a:p>
          <a:p>
            <a:pPr lvl="2"/>
            <a:r>
              <a:rPr lang="da-DK" dirty="0" smtClean="0"/>
              <a:t>Tredje niveau</a:t>
            </a:r>
            <a:endParaRPr lang="da-DK" dirty="0" smtClean="0"/>
          </a:p>
          <a:p>
            <a:pPr lvl="3"/>
            <a:r>
              <a:rPr lang="da-DK" dirty="0" smtClean="0"/>
              <a:t>Fjerde niveau</a:t>
            </a:r>
            <a:endParaRPr lang="da-DK" dirty="0" smtClean="0"/>
          </a:p>
          <a:p>
            <a:pPr lvl="4"/>
            <a:r>
              <a:rPr lang="da-DK" dirty="0" smtClean="0"/>
              <a:t>Femte niveau</a:t>
            </a:r>
            <a:endParaRPr lang="da-DK" dirty="0"/>
          </a:p>
        </p:txBody>
      </p:sp>
      <p:sp>
        <p:nvSpPr>
          <p:cNvPr id="5" name="Pladsholder til dato 3"/>
          <p:cNvSpPr>
            <a:spLocks noGrp="1"/>
          </p:cNvSpPr>
          <p:nvPr>
            <p:ph type="dt" sz="half" idx="12"/>
          </p:nvPr>
        </p:nvSpPr>
        <p:spPr>
          <a:xfrm>
            <a:off x="457200" y="6356350"/>
            <a:ext cx="2133600" cy="365125"/>
          </a:xfrm>
          <a:prstGeom prst="rect">
            <a:avLst/>
          </a:prstGeom>
        </p:spPr>
        <p:txBody>
          <a:bodyPr vert="horz" wrap="square" lIns="91440" tIns="45720" rIns="91440" bIns="45720" numCol="1" anchor="t" anchorCtr="0" compatLnSpc="1"/>
          <a:lstStyle>
            <a:lvl1pPr>
              <a:defRPr>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fld id="{8994BAAE-D39E-4BF0-87A1-462D1F1B2264}" type="datetime1">
              <a:rPr kumimoji="0" lang="da-DK"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rPr>
            </a:fld>
            <a:endParaRPr kumimoji="0" lang="da-DK"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endParaRPr>
          </a:p>
        </p:txBody>
      </p:sp>
      <p:sp>
        <p:nvSpPr>
          <p:cNvPr id="6" name="Pladsholder til sidefod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t" anchorCtr="0" compatLnSpc="1"/>
          <a:lstStyle>
            <a:lvl1pPr>
              <a:defRPr>
                <a:latin typeface="Arial" panose="020B0604020202020204" pitchFamily="34" charset="0"/>
                <a:ea typeface="MS PGothic" panose="020B0600070205080204" pitchFamily="34" charset="-128"/>
                <a:cs typeface="MS PGothic" panose="020B0600070205080204" pitchFamily="34" charset="-128"/>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S PGothic" panose="020B0600070205080204" pitchFamily="34" charset="-128"/>
            </a:endParaRPr>
          </a:p>
        </p:txBody>
      </p:sp>
      <p:sp>
        <p:nvSpPr>
          <p:cNvPr id="7" name="Pladsholder til diasnumm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t" anchorCtr="0" compatLnSpc="1"/>
          <a:p>
            <a:pPr lvl="0" eaLnBrk="1" hangingPunct="1">
              <a:buNone/>
            </a:pPr>
            <a:fld id="{9A0DB2DC-4C9A-4742-B13C-FB6460FD3503}" type="slidenum">
              <a:rPr lang="da-DK" dirty="0"/>
            </a:fld>
            <a:endParaRPr lang="da-DK"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bg>
      <p:bgPr>
        <a:solidFill>
          <a:schemeClr val="bg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57200" y="274638"/>
            <a:ext cx="8229600" cy="1143000"/>
          </a:xfrm>
          <a:prstGeom prst="rect">
            <a:avLst/>
          </a:prstGeom>
        </p:spPr>
        <p:txBody>
          <a:bodyPr/>
          <a:lstStyle>
            <a:lvl1pPr>
              <a:defRPr>
                <a:latin typeface="Arial" panose="020B0604020202020204"/>
              </a:defRPr>
            </a:lvl1pPr>
          </a:lstStyle>
          <a:p>
            <a:r>
              <a:rPr lang="da-DK" dirty="0" smtClean="0"/>
              <a:t>Klik for at redigere i masteren</a:t>
            </a:r>
            <a:endParaRPr lang="da-DK" dirty="0"/>
          </a:p>
        </p:txBody>
      </p:sp>
      <p:sp>
        <p:nvSpPr>
          <p:cNvPr id="3" name="Pladsholder til tekst 2"/>
          <p:cNvSpPr>
            <a:spLocks noGrp="1"/>
          </p:cNvSpPr>
          <p:nvPr>
            <p:ph type="body" idx="1" hasCustomPrompt="1"/>
          </p:nvPr>
        </p:nvSpPr>
        <p:spPr>
          <a:xfrm>
            <a:off x="457200" y="1535113"/>
            <a:ext cx="4040188" cy="639762"/>
          </a:xfrm>
          <a:prstGeom prst="rect">
            <a:avLst/>
          </a:prstGeom>
        </p:spPr>
        <p:txBody>
          <a:bodyPr anchor="b"/>
          <a:lstStyle>
            <a:lvl1pPr marL="0" indent="0">
              <a:buNone/>
              <a:defRPr sz="2400" b="1">
                <a:latin typeface="Arial" panose="020B0604020202020204"/>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dirty="0" smtClean="0"/>
              <a:t>Klik for at redigere teksttypografierne i masteren</a:t>
            </a:r>
            <a:endParaRPr lang="da-DK" dirty="0" smtClean="0"/>
          </a:p>
        </p:txBody>
      </p:sp>
      <p:sp>
        <p:nvSpPr>
          <p:cNvPr id="4" name="Pladsholder til indhold 3"/>
          <p:cNvSpPr>
            <a:spLocks noGrp="1"/>
          </p:cNvSpPr>
          <p:nvPr>
            <p:ph sz="half" idx="2" hasCustomPrompt="1"/>
          </p:nvPr>
        </p:nvSpPr>
        <p:spPr>
          <a:xfrm>
            <a:off x="457200" y="2174875"/>
            <a:ext cx="4040188" cy="3951288"/>
          </a:xfrm>
          <a:prstGeom prst="rect">
            <a:avLst/>
          </a:prstGeom>
        </p:spPr>
        <p:txBody>
          <a:bodyPr/>
          <a:lstStyle>
            <a:lvl1pPr>
              <a:defRPr sz="2400">
                <a:latin typeface="Arial" panose="020B0604020202020204"/>
              </a:defRPr>
            </a:lvl1pPr>
            <a:lvl2pPr>
              <a:defRPr sz="2000">
                <a:latin typeface="Arial" panose="020B0604020202020204"/>
              </a:defRPr>
            </a:lvl2pPr>
            <a:lvl3pPr>
              <a:defRPr sz="1800">
                <a:latin typeface="Arial" panose="020B0604020202020204"/>
              </a:defRPr>
            </a:lvl3pPr>
            <a:lvl4pPr>
              <a:defRPr sz="1600">
                <a:latin typeface="Arial" panose="020B0604020202020204"/>
              </a:defRPr>
            </a:lvl4pPr>
            <a:lvl5pPr>
              <a:defRPr sz="1600">
                <a:latin typeface="Arial" panose="020B0604020202020204"/>
              </a:defRPr>
            </a:lvl5pPr>
            <a:lvl6pPr>
              <a:defRPr sz="1600"/>
            </a:lvl6pPr>
            <a:lvl7pPr>
              <a:defRPr sz="1600"/>
            </a:lvl7pPr>
            <a:lvl8pPr>
              <a:defRPr sz="1600"/>
            </a:lvl8pPr>
            <a:lvl9pPr>
              <a:defRPr sz="1600"/>
            </a:lvl9pPr>
          </a:lstStyle>
          <a:p>
            <a:pPr lvl="0"/>
            <a:r>
              <a:rPr lang="da-DK" dirty="0" smtClean="0"/>
              <a:t>Klik for at redigere teksttypografierne i masteren</a:t>
            </a:r>
            <a:endParaRPr lang="da-DK" dirty="0" smtClean="0"/>
          </a:p>
          <a:p>
            <a:pPr lvl="1"/>
            <a:r>
              <a:rPr lang="da-DK" dirty="0" smtClean="0"/>
              <a:t>Andet niveau</a:t>
            </a:r>
            <a:endParaRPr lang="da-DK" dirty="0" smtClean="0"/>
          </a:p>
          <a:p>
            <a:pPr lvl="2"/>
            <a:r>
              <a:rPr lang="da-DK" dirty="0" smtClean="0"/>
              <a:t>Tredje niveau</a:t>
            </a:r>
            <a:endParaRPr lang="da-DK" dirty="0" smtClean="0"/>
          </a:p>
          <a:p>
            <a:pPr lvl="3"/>
            <a:r>
              <a:rPr lang="da-DK" dirty="0" smtClean="0"/>
              <a:t>Fjerde niveau</a:t>
            </a:r>
            <a:endParaRPr lang="da-DK" dirty="0" smtClean="0"/>
          </a:p>
          <a:p>
            <a:pPr lvl="4"/>
            <a:r>
              <a:rPr lang="da-DK" dirty="0" smtClean="0"/>
              <a:t>Femte niveau</a:t>
            </a:r>
            <a:endParaRPr lang="da-DK" dirty="0"/>
          </a:p>
        </p:txBody>
      </p:sp>
      <p:sp>
        <p:nvSpPr>
          <p:cNvPr id="5" name="Pladsholder til tekst 4"/>
          <p:cNvSpPr>
            <a:spLocks noGrp="1"/>
          </p:cNvSpPr>
          <p:nvPr>
            <p:ph type="body" sz="quarter" idx="3" hasCustomPrompt="1"/>
          </p:nvPr>
        </p:nvSpPr>
        <p:spPr>
          <a:xfrm>
            <a:off x="4645025" y="1535113"/>
            <a:ext cx="4041775" cy="639762"/>
          </a:xfrm>
          <a:prstGeom prst="rect">
            <a:avLst/>
          </a:prstGeom>
        </p:spPr>
        <p:txBody>
          <a:bodyPr anchor="b"/>
          <a:lstStyle>
            <a:lvl1pPr marL="0" indent="0">
              <a:buNone/>
              <a:defRPr sz="2400" b="1">
                <a:latin typeface="Arial" panose="020B0604020202020204"/>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dirty="0" smtClean="0"/>
              <a:t>Klik for at redigere teksttypografierne i masteren</a:t>
            </a:r>
            <a:endParaRPr lang="da-DK" dirty="0" smtClean="0"/>
          </a:p>
        </p:txBody>
      </p:sp>
      <p:sp>
        <p:nvSpPr>
          <p:cNvPr id="6" name="Pladsholder til indhold 5"/>
          <p:cNvSpPr>
            <a:spLocks noGrp="1"/>
          </p:cNvSpPr>
          <p:nvPr>
            <p:ph sz="quarter" idx="4" hasCustomPrompt="1"/>
          </p:nvPr>
        </p:nvSpPr>
        <p:spPr>
          <a:xfrm>
            <a:off x="4645025" y="2174875"/>
            <a:ext cx="4041775" cy="3951288"/>
          </a:xfrm>
          <a:prstGeom prst="rect">
            <a:avLst/>
          </a:prstGeom>
        </p:spPr>
        <p:txBody>
          <a:bodyPr/>
          <a:lstStyle>
            <a:lvl1pPr>
              <a:defRPr sz="2400">
                <a:latin typeface="Arial" panose="020B0604020202020204"/>
              </a:defRPr>
            </a:lvl1pPr>
            <a:lvl2pPr>
              <a:defRPr sz="2000">
                <a:latin typeface="Arial" panose="020B0604020202020204"/>
              </a:defRPr>
            </a:lvl2pPr>
            <a:lvl3pPr>
              <a:defRPr sz="1800">
                <a:latin typeface="Arial" panose="020B0604020202020204"/>
              </a:defRPr>
            </a:lvl3pPr>
            <a:lvl4pPr>
              <a:defRPr sz="1600">
                <a:latin typeface="Arial" panose="020B0604020202020204"/>
              </a:defRPr>
            </a:lvl4pPr>
            <a:lvl5pPr>
              <a:defRPr sz="1600">
                <a:latin typeface="Arial" panose="020B0604020202020204"/>
              </a:defRPr>
            </a:lvl5pPr>
            <a:lvl6pPr>
              <a:defRPr sz="1600"/>
            </a:lvl6pPr>
            <a:lvl7pPr>
              <a:defRPr sz="1600"/>
            </a:lvl7pPr>
            <a:lvl8pPr>
              <a:defRPr sz="1600"/>
            </a:lvl8pPr>
            <a:lvl9pPr>
              <a:defRPr sz="1600"/>
            </a:lvl9pPr>
          </a:lstStyle>
          <a:p>
            <a:pPr lvl="0"/>
            <a:r>
              <a:rPr lang="da-DK" dirty="0" smtClean="0"/>
              <a:t>Klik for at redigere teksttypografierne i masteren</a:t>
            </a:r>
            <a:endParaRPr lang="da-DK" dirty="0" smtClean="0"/>
          </a:p>
          <a:p>
            <a:pPr lvl="1"/>
            <a:r>
              <a:rPr lang="da-DK" dirty="0" smtClean="0"/>
              <a:t>Andet niveau</a:t>
            </a:r>
            <a:endParaRPr lang="da-DK" dirty="0" smtClean="0"/>
          </a:p>
          <a:p>
            <a:pPr lvl="2"/>
            <a:r>
              <a:rPr lang="da-DK" dirty="0" smtClean="0"/>
              <a:t>Tredje niveau</a:t>
            </a:r>
            <a:endParaRPr lang="da-DK" dirty="0" smtClean="0"/>
          </a:p>
          <a:p>
            <a:pPr lvl="3"/>
            <a:r>
              <a:rPr lang="da-DK" dirty="0" smtClean="0"/>
              <a:t>Fjerde niveau</a:t>
            </a:r>
            <a:endParaRPr lang="da-DK" dirty="0" smtClean="0"/>
          </a:p>
          <a:p>
            <a:pPr lvl="4"/>
            <a:r>
              <a:rPr lang="da-DK" dirty="0" smtClean="0"/>
              <a:t>Femte niveau</a:t>
            </a:r>
            <a:endParaRPr lang="da-DK" dirty="0"/>
          </a:p>
        </p:txBody>
      </p:sp>
      <p:sp>
        <p:nvSpPr>
          <p:cNvPr id="7" name="Pladsholder til dato 3"/>
          <p:cNvSpPr>
            <a:spLocks noGrp="1"/>
          </p:cNvSpPr>
          <p:nvPr>
            <p:ph type="dt" sz="half" idx="12"/>
          </p:nvPr>
        </p:nvSpPr>
        <p:spPr>
          <a:xfrm>
            <a:off x="457200" y="6356350"/>
            <a:ext cx="2133600" cy="365125"/>
          </a:xfrm>
          <a:prstGeom prst="rect">
            <a:avLst/>
          </a:prstGeom>
        </p:spPr>
        <p:txBody>
          <a:bodyPr vert="horz" wrap="square" lIns="91440" tIns="45720" rIns="91440" bIns="45720" numCol="1" anchor="t" anchorCtr="0" compatLnSpc="1"/>
          <a:lstStyle>
            <a:lvl1pPr>
              <a:defRPr>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fld id="{4AEED5C6-04D6-43F5-B4C5-C80EAE6BF6A9}" type="datetime1">
              <a:rPr kumimoji="0" lang="da-DK"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rPr>
            </a:fld>
            <a:endParaRPr kumimoji="0" lang="da-DK"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endParaRPr>
          </a:p>
        </p:txBody>
      </p:sp>
      <p:sp>
        <p:nvSpPr>
          <p:cNvPr id="8" name="Pladsholder til sidefod 4"/>
          <p:cNvSpPr>
            <a:spLocks noGrp="1"/>
          </p:cNvSpPr>
          <p:nvPr>
            <p:ph type="ftr" sz="quarter" idx="13"/>
          </p:nvPr>
        </p:nvSpPr>
        <p:spPr>
          <a:xfrm>
            <a:off x="3124200" y="6356350"/>
            <a:ext cx="2895600" cy="365125"/>
          </a:xfrm>
          <a:prstGeom prst="rect">
            <a:avLst/>
          </a:prstGeom>
        </p:spPr>
        <p:txBody>
          <a:bodyPr vert="horz" wrap="square" lIns="91440" tIns="45720" rIns="91440" bIns="45720" numCol="1" anchor="t" anchorCtr="0" compatLnSpc="1"/>
          <a:lstStyle>
            <a:lvl1pPr>
              <a:defRPr>
                <a:latin typeface="Arial" panose="020B0604020202020204" pitchFamily="34" charset="0"/>
                <a:ea typeface="MS PGothic" panose="020B0600070205080204" pitchFamily="34" charset="-128"/>
                <a:cs typeface="MS PGothic" panose="020B0600070205080204" pitchFamily="34" charset="-128"/>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S PGothic" panose="020B0600070205080204" pitchFamily="34" charset="-128"/>
            </a:endParaRPr>
          </a:p>
        </p:txBody>
      </p:sp>
      <p:sp>
        <p:nvSpPr>
          <p:cNvPr id="9" name="Pladsholder til diasnummer 5"/>
          <p:cNvSpPr>
            <a:spLocks noGrp="1"/>
          </p:cNvSpPr>
          <p:nvPr>
            <p:ph type="sldNum" sz="quarter" idx="14"/>
          </p:nvPr>
        </p:nvSpPr>
        <p:spPr>
          <a:xfrm>
            <a:off x="6553200" y="6356350"/>
            <a:ext cx="2133600" cy="365125"/>
          </a:xfrm>
          <a:prstGeom prst="rect">
            <a:avLst/>
          </a:prstGeom>
        </p:spPr>
        <p:txBody>
          <a:bodyPr vert="horz" wrap="square" lIns="91440" tIns="45720" rIns="91440" bIns="45720" numCol="1" anchor="t" anchorCtr="0" compatLnSpc="1"/>
          <a:p>
            <a:pPr lvl="0" eaLnBrk="1" hangingPunct="1">
              <a:buNone/>
            </a:pPr>
            <a:fld id="{9A0DB2DC-4C9A-4742-B13C-FB6460FD3503}" type="slidenum">
              <a:rPr lang="da-DK" dirty="0"/>
            </a:fld>
            <a:endParaRPr lang="da-DK"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bg>
      <p:bgPr>
        <a:solidFill>
          <a:schemeClr val="bg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57200" y="274638"/>
            <a:ext cx="8229600" cy="1143000"/>
          </a:xfrm>
          <a:prstGeom prst="rect">
            <a:avLst/>
          </a:prstGeom>
        </p:spPr>
        <p:txBody>
          <a:bodyPr/>
          <a:lstStyle>
            <a:lvl1pPr algn="l">
              <a:defRPr sz="3200">
                <a:latin typeface="+mn-lt"/>
              </a:defRPr>
            </a:lvl1pPr>
          </a:lstStyle>
          <a:p>
            <a:r>
              <a:rPr lang="da-DK" dirty="0" smtClean="0"/>
              <a:t>Klik for at redigere i masteren</a:t>
            </a:r>
            <a:endParaRPr lang="da-DK" dirty="0"/>
          </a:p>
        </p:txBody>
      </p:sp>
      <p:sp>
        <p:nvSpPr>
          <p:cNvPr id="3" name="Pladsholder til dato 3"/>
          <p:cNvSpPr>
            <a:spLocks noGrp="1"/>
          </p:cNvSpPr>
          <p:nvPr>
            <p:ph type="dt" sz="half" idx="2"/>
          </p:nvPr>
        </p:nvSpPr>
        <p:spPr>
          <a:xfrm>
            <a:off x="457200" y="6356350"/>
            <a:ext cx="2133600" cy="365125"/>
          </a:xfrm>
          <a:prstGeom prst="rect">
            <a:avLst/>
          </a:prstGeom>
        </p:spPr>
        <p:txBody>
          <a:bodyPr vert="horz" wrap="square" lIns="91440" tIns="45720" rIns="91440" bIns="45720" numCol="1" anchor="t" anchorCtr="0" compatLnSpc="1"/>
          <a:lstStyle>
            <a:lvl1pPr>
              <a:defRPr>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fld id="{1F927B92-BB44-4B3B-A711-CC5973419B3C}" type="datetime1">
              <a:rPr kumimoji="0" lang="da-DK"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rPr>
            </a:fld>
            <a:endParaRPr kumimoji="0" lang="da-DK"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endParaRPr>
          </a:p>
        </p:txBody>
      </p:sp>
      <p:sp>
        <p:nvSpPr>
          <p:cNvPr id="4" name="Pladsholder til sidefod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t" anchorCtr="0" compatLnSpc="1"/>
          <a:lstStyle>
            <a:lvl1pPr>
              <a:defRPr>
                <a:latin typeface="Arial" panose="020B0604020202020204" pitchFamily="34" charset="0"/>
                <a:ea typeface="MS PGothic" panose="020B0600070205080204" pitchFamily="34" charset="-128"/>
                <a:cs typeface="MS PGothic" panose="020B0600070205080204" pitchFamily="34" charset="-128"/>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S PGothic" panose="020B0600070205080204" pitchFamily="34" charset="-128"/>
            </a:endParaRPr>
          </a:p>
        </p:txBody>
      </p:sp>
      <p:sp>
        <p:nvSpPr>
          <p:cNvPr id="5" name="Pladsholder til diasnumm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t" anchorCtr="0" compatLnSpc="1"/>
          <a:p>
            <a:pPr lvl="0" eaLnBrk="1" hangingPunct="1">
              <a:buNone/>
            </a:pPr>
            <a:fld id="{9A0DB2DC-4C9A-4742-B13C-FB6460FD3503}" type="slidenum">
              <a:rPr lang="da-DK" dirty="0"/>
            </a:fld>
            <a:endParaRPr lang="da-DK"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bg>
      <p:bgPr>
        <a:solidFill>
          <a:schemeClr val="bg1"/>
        </a:solidFill>
        <a:effectLst/>
      </p:bgPr>
    </p:bg>
    <p:spTree>
      <p:nvGrpSpPr>
        <p:cNvPr id="1" name=""/>
        <p:cNvGrpSpPr/>
        <p:nvPr/>
      </p:nvGrpSpPr>
      <p:grpSpPr>
        <a:xfrm>
          <a:off x="0" y="0"/>
          <a:ext cx="0" cy="0"/>
          <a:chOff x="0" y="0"/>
          <a:chExt cx="0" cy="0"/>
        </a:xfrm>
      </p:grpSpPr>
      <p:sp>
        <p:nvSpPr>
          <p:cNvPr id="2" name="Pladsholder til dato 3"/>
          <p:cNvSpPr>
            <a:spLocks noGrp="1"/>
          </p:cNvSpPr>
          <p:nvPr>
            <p:ph type="dt" sz="half" idx="2"/>
          </p:nvPr>
        </p:nvSpPr>
        <p:spPr>
          <a:xfrm>
            <a:off x="457200" y="6356350"/>
            <a:ext cx="2133600" cy="365125"/>
          </a:xfrm>
          <a:prstGeom prst="rect">
            <a:avLst/>
          </a:prstGeom>
        </p:spPr>
        <p:txBody>
          <a:bodyPr vert="horz" wrap="square" lIns="91440" tIns="45720" rIns="91440" bIns="45720" numCol="1" anchor="t" anchorCtr="0" compatLnSpc="1"/>
          <a:lstStyle>
            <a:lvl1pPr>
              <a:defRPr>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fld id="{81B15195-B324-46E2-B0F0-A7B257525F34}" type="datetime1">
              <a:rPr kumimoji="0" lang="da-DK"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rPr>
            </a:fld>
            <a:endParaRPr kumimoji="0" lang="da-DK"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endParaRPr>
          </a:p>
        </p:txBody>
      </p:sp>
      <p:sp>
        <p:nvSpPr>
          <p:cNvPr id="3" name="Pladsholder til sidefod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t" anchorCtr="0" compatLnSpc="1"/>
          <a:lstStyle>
            <a:lvl1pPr>
              <a:defRPr>
                <a:latin typeface="Arial" panose="020B0604020202020204" pitchFamily="34" charset="0"/>
                <a:ea typeface="MS PGothic" panose="020B0600070205080204" pitchFamily="34" charset="-128"/>
                <a:cs typeface="MS PGothic" panose="020B0600070205080204" pitchFamily="34" charset="-128"/>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S PGothic" panose="020B0600070205080204" pitchFamily="34" charset="-128"/>
            </a:endParaRPr>
          </a:p>
        </p:txBody>
      </p:sp>
      <p:sp>
        <p:nvSpPr>
          <p:cNvPr id="4" name="Pladsholder til diasnumm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t" anchorCtr="0" compatLnSpc="1"/>
          <a:p>
            <a:pPr lvl="0" eaLnBrk="1" hangingPunct="1">
              <a:buNone/>
            </a:pPr>
            <a:fld id="{9A0DB2DC-4C9A-4742-B13C-FB6460FD3503}" type="slidenum">
              <a:rPr lang="da-DK" dirty="0"/>
            </a:fld>
            <a:endParaRPr lang="da-DK"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bg>
      <p:bgPr>
        <a:solidFill>
          <a:schemeClr val="bg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57200" y="273050"/>
            <a:ext cx="3008313" cy="1162050"/>
          </a:xfrm>
          <a:prstGeom prst="rect">
            <a:avLst/>
          </a:prstGeom>
        </p:spPr>
        <p:txBody>
          <a:bodyPr anchor="b"/>
          <a:lstStyle>
            <a:lvl1pPr algn="l">
              <a:defRPr sz="2000" b="1">
                <a:latin typeface="Arial" panose="020B0604020202020204"/>
              </a:defRPr>
            </a:lvl1pPr>
          </a:lstStyle>
          <a:p>
            <a:r>
              <a:rPr lang="da-DK" dirty="0" smtClean="0"/>
              <a:t>Klik for at redigere i masteren</a:t>
            </a:r>
            <a:endParaRPr lang="da-DK" dirty="0"/>
          </a:p>
        </p:txBody>
      </p:sp>
      <p:sp>
        <p:nvSpPr>
          <p:cNvPr id="3" name="Pladsholder til indhold 2"/>
          <p:cNvSpPr>
            <a:spLocks noGrp="1"/>
          </p:cNvSpPr>
          <p:nvPr>
            <p:ph idx="1" hasCustomPrompt="1"/>
          </p:nvPr>
        </p:nvSpPr>
        <p:spPr>
          <a:xfrm>
            <a:off x="3575050" y="273050"/>
            <a:ext cx="5111750" cy="5853113"/>
          </a:xfrm>
          <a:prstGeom prst="rect">
            <a:avLst/>
          </a:prstGeom>
        </p:spPr>
        <p:txBody>
          <a:bodyPr/>
          <a:lstStyle>
            <a:lvl1pPr>
              <a:defRPr sz="3200">
                <a:latin typeface="Arial" panose="020B0604020202020204"/>
              </a:defRPr>
            </a:lvl1pPr>
            <a:lvl2pPr>
              <a:defRPr sz="2800">
                <a:latin typeface="Arial" panose="020B0604020202020204"/>
              </a:defRPr>
            </a:lvl2pPr>
            <a:lvl3pPr>
              <a:defRPr sz="2400">
                <a:latin typeface="Arial" panose="020B0604020202020204"/>
              </a:defRPr>
            </a:lvl3pPr>
            <a:lvl4pPr>
              <a:defRPr sz="2000">
                <a:latin typeface="Arial" panose="020B0604020202020204"/>
              </a:defRPr>
            </a:lvl4pPr>
            <a:lvl5pPr>
              <a:defRPr sz="2000">
                <a:latin typeface="Arial" panose="020B0604020202020204"/>
              </a:defRPr>
            </a:lvl5pPr>
            <a:lvl6pPr>
              <a:defRPr sz="2000"/>
            </a:lvl6pPr>
            <a:lvl7pPr>
              <a:defRPr sz="2000"/>
            </a:lvl7pPr>
            <a:lvl8pPr>
              <a:defRPr sz="2000"/>
            </a:lvl8pPr>
            <a:lvl9pPr>
              <a:defRPr sz="2000"/>
            </a:lvl9pPr>
          </a:lstStyle>
          <a:p>
            <a:pPr lvl="0"/>
            <a:r>
              <a:rPr lang="da-DK" dirty="0" smtClean="0"/>
              <a:t>Klik for at redigere teksttypografierne i masteren</a:t>
            </a:r>
            <a:endParaRPr lang="da-DK" dirty="0" smtClean="0"/>
          </a:p>
          <a:p>
            <a:pPr lvl="1"/>
            <a:r>
              <a:rPr lang="da-DK" dirty="0" smtClean="0"/>
              <a:t>Andet niveau</a:t>
            </a:r>
            <a:endParaRPr lang="da-DK" dirty="0" smtClean="0"/>
          </a:p>
          <a:p>
            <a:pPr lvl="2"/>
            <a:r>
              <a:rPr lang="da-DK" dirty="0" smtClean="0"/>
              <a:t>Tredje niveau</a:t>
            </a:r>
            <a:endParaRPr lang="da-DK" dirty="0" smtClean="0"/>
          </a:p>
          <a:p>
            <a:pPr lvl="3"/>
            <a:r>
              <a:rPr lang="da-DK" dirty="0" smtClean="0"/>
              <a:t>Fjerde niveau</a:t>
            </a:r>
            <a:endParaRPr lang="da-DK" dirty="0" smtClean="0"/>
          </a:p>
          <a:p>
            <a:pPr lvl="4"/>
            <a:r>
              <a:rPr lang="da-DK" dirty="0" smtClean="0"/>
              <a:t>Femte niveau</a:t>
            </a:r>
            <a:endParaRPr lang="da-DK" dirty="0"/>
          </a:p>
        </p:txBody>
      </p:sp>
      <p:sp>
        <p:nvSpPr>
          <p:cNvPr id="4" name="Pladsholder til tekst 3"/>
          <p:cNvSpPr>
            <a:spLocks noGrp="1"/>
          </p:cNvSpPr>
          <p:nvPr>
            <p:ph type="body" sz="half" idx="2" hasCustomPrompt="1"/>
          </p:nvPr>
        </p:nvSpPr>
        <p:spPr>
          <a:xfrm>
            <a:off x="457200" y="1435100"/>
            <a:ext cx="3008313" cy="4691063"/>
          </a:xfrm>
          <a:prstGeom prst="rect">
            <a:avLst/>
          </a:prstGeom>
        </p:spPr>
        <p:txBody>
          <a:bodyPr/>
          <a:lstStyle>
            <a:lvl1pPr marL="0" indent="0">
              <a:buNone/>
              <a:defRPr sz="1400">
                <a:latin typeface="Arial" panose="020B0604020202020204"/>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a-DK" dirty="0" smtClean="0"/>
              <a:t>Klik for at redigere teksttypografierne i masteren</a:t>
            </a:r>
            <a:endParaRPr lang="da-DK" dirty="0" smtClean="0"/>
          </a:p>
        </p:txBody>
      </p:sp>
      <p:sp>
        <p:nvSpPr>
          <p:cNvPr id="5" name="Pladsholder til dato 3"/>
          <p:cNvSpPr>
            <a:spLocks noGrp="1"/>
          </p:cNvSpPr>
          <p:nvPr>
            <p:ph type="dt" sz="half" idx="12"/>
          </p:nvPr>
        </p:nvSpPr>
        <p:spPr>
          <a:xfrm>
            <a:off x="457200" y="6356350"/>
            <a:ext cx="2133600" cy="365125"/>
          </a:xfrm>
          <a:prstGeom prst="rect">
            <a:avLst/>
          </a:prstGeom>
        </p:spPr>
        <p:txBody>
          <a:bodyPr vert="horz" wrap="square" lIns="91440" tIns="45720" rIns="91440" bIns="45720" numCol="1" anchor="t" anchorCtr="0" compatLnSpc="1"/>
          <a:lstStyle>
            <a:lvl1pPr>
              <a:defRPr>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fld id="{07BEBCB1-4B00-4F4C-AE70-3D933F1F3F80}" type="datetime1">
              <a:rPr kumimoji="0" lang="da-DK"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rPr>
            </a:fld>
            <a:endParaRPr kumimoji="0" lang="da-DK"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endParaRPr>
          </a:p>
        </p:txBody>
      </p:sp>
      <p:sp>
        <p:nvSpPr>
          <p:cNvPr id="6" name="Pladsholder til sidefod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t" anchorCtr="0" compatLnSpc="1"/>
          <a:lstStyle>
            <a:lvl1pPr>
              <a:defRPr>
                <a:latin typeface="Arial" panose="020B0604020202020204" pitchFamily="34" charset="0"/>
                <a:ea typeface="MS PGothic" panose="020B0600070205080204" pitchFamily="34" charset="-128"/>
                <a:cs typeface="MS PGothic" panose="020B0600070205080204" pitchFamily="34" charset="-128"/>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S PGothic" panose="020B0600070205080204" pitchFamily="34" charset="-128"/>
            </a:endParaRPr>
          </a:p>
        </p:txBody>
      </p:sp>
      <p:sp>
        <p:nvSpPr>
          <p:cNvPr id="7" name="Pladsholder til diasnumm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t" anchorCtr="0" compatLnSpc="1"/>
          <a:p>
            <a:pPr lvl="0" eaLnBrk="1" hangingPunct="1">
              <a:buNone/>
            </a:pPr>
            <a:fld id="{9A0DB2DC-4C9A-4742-B13C-FB6460FD3503}" type="slidenum">
              <a:rPr lang="da-DK" dirty="0"/>
            </a:fld>
            <a:endParaRPr lang="da-DK"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bg>
      <p:bgPr>
        <a:solidFill>
          <a:schemeClr val="bg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1792288" y="4800600"/>
            <a:ext cx="5486400" cy="566738"/>
          </a:xfrm>
          <a:prstGeom prst="rect">
            <a:avLst/>
          </a:prstGeom>
        </p:spPr>
        <p:txBody>
          <a:bodyPr anchor="b"/>
          <a:lstStyle>
            <a:lvl1pPr algn="l">
              <a:defRPr sz="2000" b="1">
                <a:latin typeface="Arial" panose="020B0604020202020204"/>
              </a:defRPr>
            </a:lvl1pPr>
          </a:lstStyle>
          <a:p>
            <a:r>
              <a:rPr lang="da-DK" dirty="0" smtClean="0"/>
              <a:t>Klik for at redigere i masteren</a:t>
            </a:r>
            <a:endParaRPr lang="da-DK" dirty="0"/>
          </a:p>
        </p:txBody>
      </p:sp>
      <p:sp>
        <p:nvSpPr>
          <p:cNvPr id="3" name="Pladsholder til billede 2"/>
          <p:cNvSpPr>
            <a:spLocks noGrp="1"/>
          </p:cNvSpPr>
          <p:nvPr>
            <p:ph type="pic" idx="1"/>
          </p:nvPr>
        </p:nvSpPr>
        <p:spPr>
          <a:xfrm>
            <a:off x="1792288" y="612775"/>
            <a:ext cx="5486400" cy="4114800"/>
          </a:xfrm>
          <a:prstGeom prst="rect">
            <a:avLst/>
          </a:prstGeom>
        </p:spPr>
        <p:txBody>
          <a:bodyPr rtlCol="0">
            <a:normAutofit/>
          </a:bodyPr>
          <a:lstStyle>
            <a:lvl1pPr marL="0" indent="0">
              <a:buNone/>
              <a:defRPr sz="3200">
                <a:latin typeface="Arial" panose="020B0604020202020204"/>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4572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da-DK" sz="3200" b="0" i="0" u="none" strike="noStrike" kern="1200" cap="none" spc="0" normalizeH="0" baseline="0" noProof="0" dirty="0">
              <a:ln>
                <a:noFill/>
              </a:ln>
              <a:solidFill>
                <a:schemeClr val="tx1"/>
              </a:solidFill>
              <a:effectLst/>
              <a:uLnTx/>
              <a:uFillTx/>
              <a:latin typeface="Arial" panose="020B0604020202020204"/>
              <a:ea typeface="MS PGothic" panose="020B0600070205080204" pitchFamily="34" charset="-128"/>
              <a:cs typeface="MS PGothic" panose="020B0600070205080204" pitchFamily="34" charset="-128"/>
            </a:endParaRPr>
          </a:p>
        </p:txBody>
      </p:sp>
      <p:sp>
        <p:nvSpPr>
          <p:cNvPr id="4" name="Pladsholder til tekst 3"/>
          <p:cNvSpPr>
            <a:spLocks noGrp="1"/>
          </p:cNvSpPr>
          <p:nvPr>
            <p:ph type="body" sz="half" idx="2" hasCustomPrompt="1"/>
          </p:nvPr>
        </p:nvSpPr>
        <p:spPr>
          <a:xfrm>
            <a:off x="1792288" y="5367338"/>
            <a:ext cx="5486400" cy="804862"/>
          </a:xfrm>
          <a:prstGeom prst="rect">
            <a:avLst/>
          </a:prstGeom>
        </p:spPr>
        <p:txBody>
          <a:bodyPr/>
          <a:lstStyle>
            <a:lvl1pPr marL="0" indent="0">
              <a:buNone/>
              <a:defRPr sz="1400">
                <a:latin typeface="Arial" panose="020B0604020202020204"/>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a-DK" dirty="0" smtClean="0"/>
              <a:t>Klik for at redigere teksttypografierne i masteren</a:t>
            </a:r>
            <a:endParaRPr lang="da-DK" dirty="0" smtClean="0"/>
          </a:p>
        </p:txBody>
      </p:sp>
      <p:sp>
        <p:nvSpPr>
          <p:cNvPr id="5" name="Pladsholder til dato 3"/>
          <p:cNvSpPr>
            <a:spLocks noGrp="1"/>
          </p:cNvSpPr>
          <p:nvPr>
            <p:ph type="dt" sz="half" idx="12"/>
          </p:nvPr>
        </p:nvSpPr>
        <p:spPr>
          <a:xfrm>
            <a:off x="457200" y="6356350"/>
            <a:ext cx="2133600" cy="365125"/>
          </a:xfrm>
          <a:prstGeom prst="rect">
            <a:avLst/>
          </a:prstGeom>
        </p:spPr>
        <p:txBody>
          <a:bodyPr vert="horz" wrap="square" lIns="91440" tIns="45720" rIns="91440" bIns="45720" numCol="1" anchor="t" anchorCtr="0" compatLnSpc="1"/>
          <a:lstStyle>
            <a:lvl1pPr>
              <a:defRPr>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fld id="{A401613C-E650-430F-BCB3-0DCD3DF20377}" type="datetime1">
              <a:rPr kumimoji="0" lang="da-DK"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rPr>
            </a:fld>
            <a:endParaRPr kumimoji="0" lang="da-DK"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endParaRPr>
          </a:p>
        </p:txBody>
      </p:sp>
      <p:sp>
        <p:nvSpPr>
          <p:cNvPr id="6" name="Pladsholder til sidefod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t" anchorCtr="0" compatLnSpc="1"/>
          <a:lstStyle>
            <a:lvl1pPr>
              <a:defRPr>
                <a:latin typeface="Arial" panose="020B0604020202020204" pitchFamily="34" charset="0"/>
                <a:ea typeface="MS PGothic" panose="020B0600070205080204" pitchFamily="34" charset="-128"/>
                <a:cs typeface="MS PGothic" panose="020B0600070205080204" pitchFamily="34" charset="-128"/>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S PGothic" panose="020B0600070205080204" pitchFamily="34" charset="-128"/>
            </a:endParaRPr>
          </a:p>
        </p:txBody>
      </p:sp>
      <p:sp>
        <p:nvSpPr>
          <p:cNvPr id="7" name="Pladsholder til diasnumm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t" anchorCtr="0" compatLnSpc="1"/>
          <a:p>
            <a:pPr lvl="0" eaLnBrk="1" hangingPunct="1">
              <a:buNone/>
            </a:pPr>
            <a:fld id="{9A0DB2DC-4C9A-4742-B13C-FB6460FD3503}" type="slidenum">
              <a:rPr lang="da-DK" dirty="0"/>
            </a:fld>
            <a:endParaRPr lang="da-DK"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bg>
      <p:bgPr>
        <a:solidFill>
          <a:schemeClr val="bg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57200" y="274638"/>
            <a:ext cx="8229600" cy="1143000"/>
          </a:xfrm>
          <a:prstGeom prst="rect">
            <a:avLst/>
          </a:prstGeom>
        </p:spPr>
        <p:txBody>
          <a:bodyPr/>
          <a:lstStyle>
            <a:lvl1pPr>
              <a:defRPr>
                <a:latin typeface="Arial" panose="020B0604020202020204"/>
              </a:defRPr>
            </a:lvl1pPr>
          </a:lstStyle>
          <a:p>
            <a:r>
              <a:rPr lang="da-DK" dirty="0" smtClean="0"/>
              <a:t>Klik for at redigere i masteren</a:t>
            </a:r>
            <a:endParaRPr lang="da-DK" dirty="0"/>
          </a:p>
        </p:txBody>
      </p:sp>
      <p:sp>
        <p:nvSpPr>
          <p:cNvPr id="3" name="Pladsholder til lodret titel 2"/>
          <p:cNvSpPr>
            <a:spLocks noGrp="1"/>
          </p:cNvSpPr>
          <p:nvPr>
            <p:ph type="body" orient="vert" idx="1" hasCustomPrompt="1"/>
          </p:nvPr>
        </p:nvSpPr>
        <p:spPr>
          <a:xfrm>
            <a:off x="457200" y="1600200"/>
            <a:ext cx="8229600" cy="4525963"/>
          </a:xfrm>
          <a:prstGeom prst="rect">
            <a:avLst/>
          </a:prstGeom>
        </p:spPr>
        <p:txBody>
          <a:bodyPr vert="eaVert"/>
          <a:lstStyle>
            <a:lvl1pPr>
              <a:defRPr>
                <a:latin typeface="Arial" panose="020B0604020202020204"/>
              </a:defRPr>
            </a:lvl1pPr>
            <a:lvl2pPr>
              <a:defRPr>
                <a:latin typeface="Arial" panose="020B0604020202020204"/>
              </a:defRPr>
            </a:lvl2pPr>
            <a:lvl3pPr>
              <a:defRPr>
                <a:latin typeface="Arial" panose="020B0604020202020204"/>
              </a:defRPr>
            </a:lvl3pPr>
            <a:lvl4pPr>
              <a:defRPr>
                <a:latin typeface="Arial" panose="020B0604020202020204"/>
              </a:defRPr>
            </a:lvl4pPr>
            <a:lvl5pPr>
              <a:defRPr>
                <a:latin typeface="Arial" panose="020B0604020202020204"/>
              </a:defRPr>
            </a:lvl5pPr>
          </a:lstStyle>
          <a:p>
            <a:pPr lvl="0"/>
            <a:r>
              <a:rPr lang="da-DK" dirty="0" smtClean="0"/>
              <a:t>Klik for at redigere teksttypografierne i masteren</a:t>
            </a:r>
            <a:endParaRPr lang="da-DK" dirty="0" smtClean="0"/>
          </a:p>
          <a:p>
            <a:pPr lvl="1"/>
            <a:r>
              <a:rPr lang="da-DK" dirty="0" smtClean="0"/>
              <a:t>Andet niveau</a:t>
            </a:r>
            <a:endParaRPr lang="da-DK" dirty="0" smtClean="0"/>
          </a:p>
          <a:p>
            <a:pPr lvl="2"/>
            <a:r>
              <a:rPr lang="da-DK" dirty="0" smtClean="0"/>
              <a:t>Tredje niveau</a:t>
            </a:r>
            <a:endParaRPr lang="da-DK" dirty="0" smtClean="0"/>
          </a:p>
          <a:p>
            <a:pPr lvl="3"/>
            <a:r>
              <a:rPr lang="da-DK" dirty="0" smtClean="0"/>
              <a:t>Fjerde niveau</a:t>
            </a:r>
            <a:endParaRPr lang="da-DK" dirty="0" smtClean="0"/>
          </a:p>
          <a:p>
            <a:pPr lvl="4"/>
            <a:r>
              <a:rPr lang="da-DK" dirty="0" smtClean="0"/>
              <a:t>Femte niveau</a:t>
            </a:r>
            <a:endParaRPr lang="da-DK" dirty="0"/>
          </a:p>
        </p:txBody>
      </p:sp>
      <p:sp>
        <p:nvSpPr>
          <p:cNvPr id="4" name="Pladsholder til dato 3"/>
          <p:cNvSpPr>
            <a:spLocks noGrp="1"/>
          </p:cNvSpPr>
          <p:nvPr>
            <p:ph type="dt" sz="half" idx="2"/>
          </p:nvPr>
        </p:nvSpPr>
        <p:spPr>
          <a:xfrm>
            <a:off x="457200" y="6356350"/>
            <a:ext cx="2133600" cy="365125"/>
          </a:xfrm>
          <a:prstGeom prst="rect">
            <a:avLst/>
          </a:prstGeom>
        </p:spPr>
        <p:txBody>
          <a:bodyPr vert="horz" wrap="square" lIns="91440" tIns="45720" rIns="91440" bIns="45720" numCol="1" anchor="t" anchorCtr="0" compatLnSpc="1"/>
          <a:lstStyle>
            <a:lvl1pPr>
              <a:defRPr>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fld id="{81837972-4110-4406-B992-CE85B78A99DE}" type="datetime1">
              <a:rPr kumimoji="0" lang="da-DK"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rPr>
            </a:fld>
            <a:endParaRPr kumimoji="0" lang="da-DK"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endParaRPr>
          </a:p>
        </p:txBody>
      </p:sp>
      <p:sp>
        <p:nvSpPr>
          <p:cNvPr id="5" name="Pladsholder til sidefod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t" anchorCtr="0" compatLnSpc="1"/>
          <a:lstStyle>
            <a:lvl1pPr>
              <a:defRPr>
                <a:latin typeface="Arial" panose="020B0604020202020204" pitchFamily="34" charset="0"/>
                <a:ea typeface="MS PGothic" panose="020B0600070205080204" pitchFamily="34" charset="-128"/>
                <a:cs typeface="MS PGothic" panose="020B0600070205080204" pitchFamily="34" charset="-128"/>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S PGothic" panose="020B0600070205080204" pitchFamily="34" charset="-128"/>
            </a:endParaRPr>
          </a:p>
        </p:txBody>
      </p:sp>
      <p:sp>
        <p:nvSpPr>
          <p:cNvPr id="6" name="Pladsholder til diasnumm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t" anchorCtr="0" compatLnSpc="1"/>
          <a:p>
            <a:pPr lvl="0" eaLnBrk="1" hangingPunct="1">
              <a:buNone/>
            </a:pPr>
            <a:fld id="{9A0DB2DC-4C9A-4742-B13C-FB6460FD3503}" type="slidenum">
              <a:rPr lang="da-DK" dirty="0"/>
            </a:fld>
            <a:endParaRPr lang="da-DK"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bg>
      <p:bgPr>
        <a:solidFill>
          <a:schemeClr val="bg1"/>
        </a:solidFill>
        <a:effectLst/>
      </p:bgPr>
    </p:bg>
    <p:spTree>
      <p:nvGrpSpPr>
        <p:cNvPr id="1" name=""/>
        <p:cNvGrpSpPr/>
        <p:nvPr/>
      </p:nvGrpSpPr>
      <p:grpSpPr>
        <a:xfrm>
          <a:off x="0" y="0"/>
          <a:ext cx="0" cy="0"/>
          <a:chOff x="0" y="0"/>
          <a:chExt cx="0" cy="0"/>
        </a:xfrm>
      </p:grpSpPr>
      <p:sp>
        <p:nvSpPr>
          <p:cNvPr id="2" name="Lodret titel 1"/>
          <p:cNvSpPr>
            <a:spLocks noGrp="1"/>
          </p:cNvSpPr>
          <p:nvPr>
            <p:ph type="title" orient="vert" hasCustomPrompt="1"/>
          </p:nvPr>
        </p:nvSpPr>
        <p:spPr>
          <a:xfrm>
            <a:off x="6629400" y="274638"/>
            <a:ext cx="2057400" cy="5851525"/>
          </a:xfrm>
          <a:prstGeom prst="rect">
            <a:avLst/>
          </a:prstGeom>
        </p:spPr>
        <p:txBody>
          <a:bodyPr vert="eaVert"/>
          <a:lstStyle>
            <a:lvl1pPr>
              <a:defRPr>
                <a:latin typeface="Arial" panose="020B0604020202020204"/>
              </a:defRPr>
            </a:lvl1pPr>
          </a:lstStyle>
          <a:p>
            <a:r>
              <a:rPr lang="da-DK" dirty="0" smtClean="0"/>
              <a:t>Klik for at redigere i masteren</a:t>
            </a:r>
            <a:endParaRPr lang="da-DK" dirty="0"/>
          </a:p>
        </p:txBody>
      </p:sp>
      <p:sp>
        <p:nvSpPr>
          <p:cNvPr id="3" name="Pladsholder til lodret titel 2"/>
          <p:cNvSpPr>
            <a:spLocks noGrp="1"/>
          </p:cNvSpPr>
          <p:nvPr>
            <p:ph type="body" orient="vert" idx="1" hasCustomPrompt="1"/>
          </p:nvPr>
        </p:nvSpPr>
        <p:spPr>
          <a:xfrm>
            <a:off x="457200" y="274638"/>
            <a:ext cx="6019800" cy="5851525"/>
          </a:xfrm>
          <a:prstGeom prst="rect">
            <a:avLst/>
          </a:prstGeom>
        </p:spPr>
        <p:txBody>
          <a:bodyPr vert="eaVert"/>
          <a:lstStyle>
            <a:lvl1pPr>
              <a:defRPr>
                <a:latin typeface="Arial" panose="020B0604020202020204"/>
              </a:defRPr>
            </a:lvl1pPr>
            <a:lvl2pPr>
              <a:defRPr>
                <a:latin typeface="Arial" panose="020B0604020202020204"/>
              </a:defRPr>
            </a:lvl2pPr>
            <a:lvl3pPr>
              <a:defRPr>
                <a:latin typeface="Arial" panose="020B0604020202020204"/>
              </a:defRPr>
            </a:lvl3pPr>
            <a:lvl4pPr>
              <a:defRPr>
                <a:latin typeface="Arial" panose="020B0604020202020204"/>
              </a:defRPr>
            </a:lvl4pPr>
            <a:lvl5pPr>
              <a:defRPr>
                <a:latin typeface="Arial" panose="020B0604020202020204"/>
              </a:defRPr>
            </a:lvl5pPr>
          </a:lstStyle>
          <a:p>
            <a:pPr lvl="0"/>
            <a:r>
              <a:rPr lang="da-DK" dirty="0" smtClean="0"/>
              <a:t>Klik for at redigere teksttypografierne i masteren</a:t>
            </a:r>
            <a:endParaRPr lang="da-DK" dirty="0" smtClean="0"/>
          </a:p>
          <a:p>
            <a:pPr lvl="1"/>
            <a:r>
              <a:rPr lang="da-DK" dirty="0" smtClean="0"/>
              <a:t>Andet niveau</a:t>
            </a:r>
            <a:endParaRPr lang="da-DK" dirty="0" smtClean="0"/>
          </a:p>
          <a:p>
            <a:pPr lvl="2"/>
            <a:r>
              <a:rPr lang="da-DK" dirty="0" smtClean="0"/>
              <a:t>Tredje niveau</a:t>
            </a:r>
            <a:endParaRPr lang="da-DK" dirty="0" smtClean="0"/>
          </a:p>
          <a:p>
            <a:pPr lvl="3"/>
            <a:r>
              <a:rPr lang="da-DK" dirty="0" smtClean="0"/>
              <a:t>Fjerde niveau</a:t>
            </a:r>
            <a:endParaRPr lang="da-DK" dirty="0" smtClean="0"/>
          </a:p>
          <a:p>
            <a:pPr lvl="4"/>
            <a:r>
              <a:rPr lang="da-DK" dirty="0" smtClean="0"/>
              <a:t>Femte niveau</a:t>
            </a:r>
            <a:endParaRPr lang="da-DK" dirty="0"/>
          </a:p>
        </p:txBody>
      </p:sp>
      <p:sp>
        <p:nvSpPr>
          <p:cNvPr id="4" name="Pladsholder til dato 3"/>
          <p:cNvSpPr>
            <a:spLocks noGrp="1"/>
          </p:cNvSpPr>
          <p:nvPr>
            <p:ph type="dt" sz="half" idx="2"/>
          </p:nvPr>
        </p:nvSpPr>
        <p:spPr>
          <a:xfrm>
            <a:off x="457200" y="6356350"/>
            <a:ext cx="2133600" cy="365125"/>
          </a:xfrm>
          <a:prstGeom prst="rect">
            <a:avLst/>
          </a:prstGeom>
        </p:spPr>
        <p:txBody>
          <a:bodyPr vert="horz" wrap="square" lIns="91440" tIns="45720" rIns="91440" bIns="45720" numCol="1" anchor="t" anchorCtr="0" compatLnSpc="1"/>
          <a:lstStyle>
            <a:lvl1pPr>
              <a:defRPr>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fld id="{6C4209F7-FB1C-42F7-AD98-EE98778D2B4C}" type="datetime1">
              <a:rPr kumimoji="0" lang="da-DK"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rPr>
            </a:fld>
            <a:endParaRPr kumimoji="0" lang="da-DK"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endParaRPr>
          </a:p>
        </p:txBody>
      </p:sp>
      <p:sp>
        <p:nvSpPr>
          <p:cNvPr id="5" name="Pladsholder til sidefod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t" anchorCtr="0" compatLnSpc="1"/>
          <a:lstStyle>
            <a:lvl1pPr>
              <a:defRPr>
                <a:latin typeface="Arial" panose="020B0604020202020204" pitchFamily="34" charset="0"/>
                <a:ea typeface="MS PGothic" panose="020B0600070205080204" pitchFamily="34" charset="-128"/>
                <a:cs typeface="MS PGothic" panose="020B0600070205080204" pitchFamily="34" charset="-128"/>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S PGothic" panose="020B0600070205080204" pitchFamily="34" charset="-128"/>
            </a:endParaRPr>
          </a:p>
        </p:txBody>
      </p:sp>
      <p:sp>
        <p:nvSpPr>
          <p:cNvPr id="6" name="Pladsholder til diasnumm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t" anchorCtr="0" compatLnSpc="1"/>
          <a:p>
            <a:pPr lvl="0" eaLnBrk="1" hangingPunct="1">
              <a:buNone/>
            </a:pPr>
            <a:fld id="{9A0DB2DC-4C9A-4742-B13C-FB6460FD3503}" type="slidenum">
              <a:rPr lang="da-DK" dirty="0"/>
            </a:fld>
            <a:endParaRPr lang="da-DK"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eldias">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el og indholdsobjekt">
    <p:bg>
      <p:bgPr>
        <a:solidFill>
          <a:schemeClr val="bg1"/>
        </a:solidFill>
        <a:effectLst/>
      </p:bgPr>
    </p:bg>
    <p:spTree>
      <p:nvGrpSpPr>
        <p:cNvPr id="1" name=""/>
        <p:cNvGrpSpPr/>
        <p:nvPr/>
      </p:nvGrpSpPr>
      <p:grpSpPr>
        <a:xfrm>
          <a:off x="0" y="0"/>
          <a:ext cx="0" cy="0"/>
          <a:chOff x="0" y="0"/>
          <a:chExt cx="0" cy="0"/>
        </a:xfrm>
      </p:grpSpPr>
      <p:sp>
        <p:nvSpPr>
          <p:cNvPr id="3" name="Pladsholder til indhold 2"/>
          <p:cNvSpPr>
            <a:spLocks noGrp="1"/>
          </p:cNvSpPr>
          <p:nvPr>
            <p:ph idx="1"/>
          </p:nvPr>
        </p:nvSpPr>
        <p:spPr>
          <a:xfrm>
            <a:off x="457200" y="2298700"/>
            <a:ext cx="8229600" cy="3827463"/>
          </a:xfrm>
          <a:prstGeom prst="rect">
            <a:avLst/>
          </a:prstGeom>
        </p:spPr>
        <p:txBody>
          <a:bodyPr/>
          <a:lstStyle>
            <a:lvl1pPr>
              <a:defRPr>
                <a:solidFill>
                  <a:srgbClr val="000000"/>
                </a:solidFill>
                <a:latin typeface="+mn-lt"/>
              </a:defRPr>
            </a:lvl1pPr>
            <a:lvl2pPr>
              <a:defRPr>
                <a:solidFill>
                  <a:srgbClr val="000000"/>
                </a:solidFill>
                <a:latin typeface="+mn-lt"/>
              </a:defRPr>
            </a:lvl2pPr>
            <a:lvl3pPr>
              <a:defRPr>
                <a:solidFill>
                  <a:srgbClr val="000000"/>
                </a:solidFill>
                <a:latin typeface="+mn-lt"/>
              </a:defRPr>
            </a:lvl3pPr>
            <a:lvl4pPr>
              <a:defRPr>
                <a:solidFill>
                  <a:srgbClr val="000000"/>
                </a:solidFill>
                <a:latin typeface="+mn-lt"/>
              </a:defRPr>
            </a:lvl4pPr>
            <a:lvl5pPr>
              <a:defRPr>
                <a:solidFill>
                  <a:srgbClr val="000000"/>
                </a:solidFill>
                <a:latin typeface="+mn-lt"/>
              </a:defRPr>
            </a:lvl5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da-DK" dirty="0"/>
          </a:p>
        </p:txBody>
      </p:sp>
      <p:sp>
        <p:nvSpPr>
          <p:cNvPr id="10" name="Titel 1"/>
          <p:cNvSpPr>
            <a:spLocks noGrp="1"/>
          </p:cNvSpPr>
          <p:nvPr>
            <p:ph type="title"/>
          </p:nvPr>
        </p:nvSpPr>
        <p:spPr>
          <a:xfrm>
            <a:off x="177800" y="833438"/>
            <a:ext cx="4584700" cy="563562"/>
          </a:xfrm>
          <a:prstGeom prst="rect">
            <a:avLst/>
          </a:prstGeom>
        </p:spPr>
        <p:txBody>
          <a:bodyPr/>
          <a:lstStyle>
            <a:lvl1pPr algn="l">
              <a:defRPr sz="3200" b="1">
                <a:latin typeface="+mn-lt"/>
              </a:defRPr>
            </a:lvl1pPr>
          </a:lstStyle>
          <a:p>
            <a:r>
              <a:rPr lang="en-US" dirty="0" smtClean="0"/>
              <a:t>Click to edit Master title style</a:t>
            </a:r>
            <a:endParaRPr lang="da-DK" dirty="0"/>
          </a:p>
        </p:txBody>
      </p:sp>
      <p:sp>
        <p:nvSpPr>
          <p:cNvPr id="11" name="Pladsholder til tekst 2"/>
          <p:cNvSpPr>
            <a:spLocks noGrp="1"/>
          </p:cNvSpPr>
          <p:nvPr>
            <p:ph type="body" idx="13"/>
          </p:nvPr>
        </p:nvSpPr>
        <p:spPr>
          <a:xfrm>
            <a:off x="177800" y="1447801"/>
            <a:ext cx="6489700" cy="358774"/>
          </a:xfrm>
          <a:prstGeom prst="rect">
            <a:avLst/>
          </a:prstGeom>
        </p:spPr>
        <p:txBody>
          <a:bodyPr anchor="b"/>
          <a:lstStyle>
            <a:lvl1pPr marL="0" indent="0">
              <a:buNone/>
              <a:defRPr sz="32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endParaRPr lang="en-US" dirty="0" smtClean="0"/>
          </a:p>
        </p:txBody>
      </p:sp>
      <p:grpSp>
        <p:nvGrpSpPr>
          <p:cNvPr id="2" name="Gruppe 16"/>
          <p:cNvGrpSpPr/>
          <p:nvPr/>
        </p:nvGrpSpPr>
        <p:grpSpPr>
          <a:xfrm>
            <a:off x="0" y="786093"/>
            <a:ext cx="9144000" cy="1236478"/>
            <a:chOff x="0" y="786093"/>
            <a:chExt cx="9144000" cy="1236478"/>
          </a:xfrm>
          <a:effectLst>
            <a:outerShdw blurRad="50800" dist="38100" dir="5400000" algn="t" rotWithShape="0">
              <a:prstClr val="black">
                <a:alpha val="40000"/>
              </a:prstClr>
            </a:outerShdw>
          </a:effectLst>
        </p:grpSpPr>
        <p:sp>
          <p:nvSpPr>
            <p:cNvPr id="4" name="Rektangel 2"/>
            <p:cNvSpPr>
              <a:spLocks noChangeArrowheads="1"/>
            </p:cNvSpPr>
            <p:nvPr/>
          </p:nvSpPr>
          <p:spPr bwMode="auto">
            <a:xfrm>
              <a:off x="0" y="794971"/>
              <a:ext cx="9144000" cy="1227600"/>
            </a:xfrm>
            <a:prstGeom prst="rect">
              <a:avLst/>
            </a:prstGeom>
            <a:gradFill flip="none" rotWithShape="1">
              <a:gsLst>
                <a:gs pos="21000">
                  <a:srgbClr val="7DC8DF"/>
                </a:gs>
                <a:gs pos="100000">
                  <a:srgbClr val="6699FF"/>
                </a:gs>
              </a:gsLst>
              <a:lin ang="5400000" scaled="1"/>
              <a:tileRect/>
            </a:gradFill>
            <a:ln w="9525">
              <a:noFill/>
              <a:miter lim="800000"/>
            </a:ln>
            <a:effectLst/>
          </p:spPr>
          <p:txBody>
            <a:bodyPr anchor="ctr"/>
            <a:lstStyle/>
            <a:p>
              <a:pPr marL="0" marR="0" lvl="0" indent="-342900" algn="ctr" defTabSz="457200" rtl="0" eaLnBrk="1" fontAlgn="auto" latinLnBrk="0" hangingPunct="1">
                <a:lnSpc>
                  <a:spcPct val="100000"/>
                </a:lnSpc>
                <a:spcBef>
                  <a:spcPts val="0"/>
                </a:spcBef>
                <a:spcAft>
                  <a:spcPts val="0"/>
                </a:spcAft>
                <a:buClrTx/>
                <a:buSzTx/>
                <a:buFont typeface="+mj-lt"/>
                <a:buAutoNum type="arabicPeriod"/>
                <a:defRPr/>
              </a:pPr>
              <a:endParaRPr kumimoji="0" lang="da-DK" sz="1600" b="1" i="0" u="none" strike="noStrike" kern="0" cap="none" spc="0" normalizeH="0" baseline="0" noProof="1">
                <a:ln>
                  <a:noFill/>
                </a:ln>
                <a:solidFill>
                  <a:srgbClr val="FFFFFF"/>
                </a:solidFill>
                <a:effectLst/>
                <a:uLnTx/>
                <a:uFillTx/>
                <a:latin typeface="Arial" panose="020B0604020202020204" pitchFamily="34" charset="0"/>
                <a:ea typeface="MS PGothic" panose="020B0600070205080204" pitchFamily="34" charset="-128"/>
                <a:cs typeface="+mn-cs"/>
              </a:endParaRPr>
            </a:p>
          </p:txBody>
        </p:sp>
        <p:pic>
          <p:nvPicPr>
            <p:cNvPr id="5" name="Billede 3" descr="dreamstime_Handsoverlapping.jpg"/>
            <p:cNvPicPr>
              <a:picLocks noChangeAspect="1"/>
            </p:cNvPicPr>
            <p:nvPr/>
          </p:nvPicPr>
          <p:blipFill>
            <a:blip r:embed="rId2" cstate="print"/>
            <a:srcRect/>
            <a:stretch>
              <a:fillRect/>
            </a:stretch>
          </p:blipFill>
          <p:spPr>
            <a:xfrm>
              <a:off x="7253976" y="786093"/>
              <a:ext cx="1890024" cy="1226943"/>
            </a:xfrm>
            <a:prstGeom prst="rect">
              <a:avLst/>
            </a:prstGeom>
          </p:spPr>
        </p:pic>
      </p:grpSp>
      <p:sp>
        <p:nvSpPr>
          <p:cNvPr id="6" name="Pladsholder til dato 3"/>
          <p:cNvSpPr>
            <a:spLocks noGrp="1"/>
          </p:cNvSpPr>
          <p:nvPr>
            <p:ph type="dt" sz="half" idx="2"/>
          </p:nvPr>
        </p:nvSpPr>
        <p:spPr>
          <a:xfrm>
            <a:off x="457200" y="6356350"/>
            <a:ext cx="2133600" cy="365125"/>
          </a:xfrm>
          <a:prstGeom prst="rect">
            <a:avLst/>
          </a:prstGeom>
        </p:spPr>
        <p:txBody>
          <a:bodyPr vert="horz" wrap="square" lIns="91440" tIns="45720" rIns="91440" bIns="45720" numCol="1" anchor="t" anchorCtr="0" compatLnSpc="1"/>
          <a:lstStyle>
            <a:lvl1pPr>
              <a:defRPr>
                <a:solidFill>
                  <a:srgbClr val="000000"/>
                </a:solidFill>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da-DK" sz="18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rPr>
              <a:t>Your footnote</a:t>
            </a:r>
            <a:endParaRPr kumimoji="0" lang="da-DK" sz="18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endParaRPr>
          </a:p>
        </p:txBody>
      </p:sp>
      <p:sp>
        <p:nvSpPr>
          <p:cNvPr id="7" name="Pladsholder til diasnumm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t" anchorCtr="0" compatLnSpc="1"/>
          <a:lstStyle>
            <a:lvl1pPr>
              <a:defRPr>
                <a:solidFill>
                  <a:srgbClr val="000000"/>
                </a:solidFill>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da-DK" sz="18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rPr>
              <a:t>Your Logo</a:t>
            </a:r>
            <a:endParaRPr kumimoji="0" lang="da-DK" sz="18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Afsnitsoverskrift">
    <p:bg>
      <p:bgPr>
        <a:solidFill>
          <a:schemeClr val="bg1"/>
        </a:solidFill>
        <a:effectLst/>
      </p:bgPr>
    </p:bg>
    <p:spTree>
      <p:nvGrpSpPr>
        <p:cNvPr id="1" name=""/>
        <p:cNvGrpSpPr/>
        <p:nvPr/>
      </p:nvGrpSpPr>
      <p:grpSpPr>
        <a:xfrm>
          <a:off x="0" y="0"/>
          <a:ext cx="0" cy="0"/>
          <a:chOff x="0" y="0"/>
          <a:chExt cx="0" cy="0"/>
        </a:xfrm>
      </p:grpSpPr>
      <p:grpSp>
        <p:nvGrpSpPr>
          <p:cNvPr id="12290" name="Gruppe 12"/>
          <p:cNvGrpSpPr/>
          <p:nvPr userDrawn="1"/>
        </p:nvGrpSpPr>
        <p:grpSpPr>
          <a:xfrm>
            <a:off x="0" y="0"/>
            <a:ext cx="9144000" cy="1970088"/>
            <a:chOff x="0" y="0"/>
            <a:chExt cx="9144000" cy="1970099"/>
          </a:xfrm>
        </p:grpSpPr>
        <p:sp>
          <p:nvSpPr>
            <p:cNvPr id="3" name="Rektangel 2"/>
            <p:cNvSpPr>
              <a:spLocks noChangeArrowheads="1"/>
            </p:cNvSpPr>
            <p:nvPr/>
          </p:nvSpPr>
          <p:spPr bwMode="auto">
            <a:xfrm>
              <a:off x="0" y="0"/>
              <a:ext cx="9144000" cy="1970099"/>
            </a:xfrm>
            <a:prstGeom prst="rect">
              <a:avLst/>
            </a:prstGeom>
            <a:gradFill flip="none" rotWithShape="1">
              <a:gsLst>
                <a:gs pos="21000">
                  <a:srgbClr val="7DC8DF"/>
                </a:gs>
                <a:gs pos="100000">
                  <a:srgbClr val="6699FF"/>
                </a:gs>
              </a:gsLst>
              <a:lin ang="5400000" scaled="1"/>
              <a:tileRect/>
            </a:gradFill>
            <a:ln w="9525">
              <a:noFill/>
              <a:miter lim="800000"/>
            </a:ln>
            <a:effectLst/>
          </p:spPr>
          <p:txBody>
            <a:bodyPr anchor="ctr"/>
            <a:lstStyle/>
            <a:p>
              <a:pPr marL="0" marR="0" lvl="0" indent="-342900" algn="ctr" defTabSz="457200" rtl="0" eaLnBrk="1" fontAlgn="auto" latinLnBrk="0" hangingPunct="1">
                <a:lnSpc>
                  <a:spcPct val="100000"/>
                </a:lnSpc>
                <a:spcBef>
                  <a:spcPts val="0"/>
                </a:spcBef>
                <a:spcAft>
                  <a:spcPts val="0"/>
                </a:spcAft>
                <a:buClrTx/>
                <a:buSzTx/>
                <a:buFont typeface="+mj-lt"/>
                <a:buAutoNum type="arabicPeriod"/>
                <a:defRPr/>
              </a:pPr>
              <a:endParaRPr kumimoji="0" lang="da-DK" sz="1600" b="1" i="0" u="none" strike="noStrike" kern="0" cap="none" spc="0" normalizeH="0" baseline="0" noProof="1">
                <a:ln>
                  <a:noFill/>
                </a:ln>
                <a:solidFill>
                  <a:srgbClr val="FFFFFF"/>
                </a:solidFill>
                <a:effectLst/>
                <a:uLnTx/>
                <a:uFillTx/>
                <a:latin typeface="Arial" panose="020B0604020202020204" pitchFamily="34" charset="0"/>
                <a:ea typeface="MS PGothic" panose="020B0600070205080204" pitchFamily="34" charset="-128"/>
                <a:cs typeface="+mn-cs"/>
              </a:endParaRPr>
            </a:p>
          </p:txBody>
        </p:sp>
        <p:sp>
          <p:nvSpPr>
            <p:cNvPr id="4" name="Rektangel 3"/>
            <p:cNvSpPr>
              <a:spLocks noChangeArrowheads="1"/>
            </p:cNvSpPr>
            <p:nvPr/>
          </p:nvSpPr>
          <p:spPr bwMode="auto">
            <a:xfrm>
              <a:off x="0" y="1703398"/>
              <a:ext cx="9144000" cy="266701"/>
            </a:xfrm>
            <a:prstGeom prst="rect">
              <a:avLst/>
            </a:prstGeom>
            <a:gradFill rotWithShape="1">
              <a:gsLst>
                <a:gs pos="0">
                  <a:srgbClr val="002060"/>
                </a:gs>
                <a:gs pos="100000">
                  <a:srgbClr val="1F88C8"/>
                </a:gs>
              </a:gsLst>
              <a:lin ang="16200000"/>
            </a:gradFill>
            <a:ln w="9525">
              <a:solidFill>
                <a:schemeClr val="accent3">
                  <a:lumMod val="50000"/>
                </a:schemeClr>
              </a:solidFill>
              <a:miter lim="800000"/>
            </a:ln>
            <a:effectLst>
              <a:outerShdw blurRad="63500" dist="23000" dir="5400000" rotWithShape="0">
                <a:srgbClr val="000000">
                  <a:alpha val="34999"/>
                </a:srgbClr>
              </a:outerShdw>
            </a:effectLst>
          </p:spPr>
          <p:txBody>
            <a:bodyPr anchor="ctr"/>
            <a:lstStyle/>
            <a:p>
              <a:pPr marL="0" marR="0" lvl="0" indent="-342900" algn="ctr" defTabSz="914400" rtl="0" eaLnBrk="1" fontAlgn="auto" latinLnBrk="0" hangingPunct="1">
                <a:lnSpc>
                  <a:spcPct val="100000"/>
                </a:lnSpc>
                <a:spcBef>
                  <a:spcPts val="0"/>
                </a:spcBef>
                <a:spcAft>
                  <a:spcPts val="0"/>
                </a:spcAft>
                <a:buClrTx/>
                <a:buSzTx/>
                <a:buFont typeface="+mj-lt"/>
                <a:buAutoNum type="arabicPeriod"/>
                <a:defRPr/>
              </a:pPr>
              <a:endParaRPr kumimoji="0" lang="da-DK" sz="1400" b="1" i="0" u="none" strike="noStrike" kern="0" cap="none" spc="0" normalizeH="0" baseline="0" noProof="1">
                <a:ln>
                  <a:noFill/>
                </a:ln>
                <a:solidFill>
                  <a:sysClr val="window" lastClr="FFFFFF"/>
                </a:solidFill>
                <a:effectLst/>
                <a:uLnTx/>
                <a:uFillTx/>
                <a:latin typeface="Arial" panose="020B0604020202020204" pitchFamily="34" charset="0"/>
                <a:ea typeface="MS PGothic" panose="020B0600070205080204" pitchFamily="34" charset="-128"/>
                <a:cs typeface="+mn-cs"/>
              </a:endParaRPr>
            </a:p>
          </p:txBody>
        </p:sp>
      </p:grpSp>
      <p:sp>
        <p:nvSpPr>
          <p:cNvPr id="8" name="Pladsholder til indhold 2"/>
          <p:cNvSpPr>
            <a:spLocks noGrp="1"/>
          </p:cNvSpPr>
          <p:nvPr>
            <p:ph idx="1"/>
          </p:nvPr>
        </p:nvSpPr>
        <p:spPr>
          <a:xfrm>
            <a:off x="457200" y="2552700"/>
            <a:ext cx="8229600" cy="3573463"/>
          </a:xfrm>
          <a:prstGeom prst="rect">
            <a:avLst/>
          </a:prstGeom>
        </p:spPr>
        <p:txBody>
          <a:bodyPr/>
          <a:lstStyle>
            <a:lvl1pPr>
              <a:defRPr>
                <a:solidFill>
                  <a:srgbClr val="000000"/>
                </a:solidFill>
                <a:latin typeface="+mj-lt"/>
              </a:defRPr>
            </a:lvl1pPr>
            <a:lvl2pPr>
              <a:defRPr>
                <a:solidFill>
                  <a:srgbClr val="000000"/>
                </a:solidFill>
                <a:latin typeface="+mj-lt"/>
              </a:defRPr>
            </a:lvl2pPr>
            <a:lvl3pPr>
              <a:defRPr>
                <a:solidFill>
                  <a:srgbClr val="000000"/>
                </a:solidFill>
                <a:latin typeface="+mj-lt"/>
              </a:defRPr>
            </a:lvl3pPr>
            <a:lvl4pPr>
              <a:defRPr>
                <a:solidFill>
                  <a:srgbClr val="000000"/>
                </a:solidFill>
                <a:latin typeface="+mj-lt"/>
              </a:defRPr>
            </a:lvl4pPr>
            <a:lvl5pPr>
              <a:defRPr>
                <a:solidFill>
                  <a:srgbClr val="000000"/>
                </a:solidFill>
                <a:latin typeface="+mj-lt"/>
              </a:defRPr>
            </a:lvl5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da-DK" dirty="0"/>
          </a:p>
        </p:txBody>
      </p:sp>
      <p:sp>
        <p:nvSpPr>
          <p:cNvPr id="11" name="Titel 1"/>
          <p:cNvSpPr>
            <a:spLocks noGrp="1"/>
          </p:cNvSpPr>
          <p:nvPr>
            <p:ph type="title"/>
          </p:nvPr>
        </p:nvSpPr>
        <p:spPr>
          <a:xfrm>
            <a:off x="177800" y="515938"/>
            <a:ext cx="4584700" cy="563562"/>
          </a:xfrm>
          <a:prstGeom prst="rect">
            <a:avLst/>
          </a:prstGeom>
        </p:spPr>
        <p:txBody>
          <a:bodyPr/>
          <a:lstStyle>
            <a:lvl1pPr algn="l">
              <a:defRPr sz="3200">
                <a:latin typeface="+mn-lt"/>
              </a:defRPr>
            </a:lvl1pPr>
          </a:lstStyle>
          <a:p>
            <a:r>
              <a:rPr lang="en-US" dirty="0" smtClean="0"/>
              <a:t>Click to edit Master title style</a:t>
            </a:r>
            <a:endParaRPr lang="da-DK" dirty="0"/>
          </a:p>
        </p:txBody>
      </p:sp>
      <p:sp>
        <p:nvSpPr>
          <p:cNvPr id="12" name="Pladsholder til tekst 2"/>
          <p:cNvSpPr>
            <a:spLocks noGrp="1"/>
          </p:cNvSpPr>
          <p:nvPr>
            <p:ph type="body" idx="13"/>
          </p:nvPr>
        </p:nvSpPr>
        <p:spPr>
          <a:xfrm>
            <a:off x="177800" y="1130301"/>
            <a:ext cx="6489700" cy="358774"/>
          </a:xfrm>
          <a:prstGeom prst="rect">
            <a:avLst/>
          </a:prstGeo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endParaRPr lang="en-US" dirty="0" smtClean="0"/>
          </a:p>
        </p:txBody>
      </p:sp>
      <p:sp>
        <p:nvSpPr>
          <p:cNvPr id="5" name="Pladsholder til dato 3"/>
          <p:cNvSpPr>
            <a:spLocks noGrp="1"/>
          </p:cNvSpPr>
          <p:nvPr>
            <p:ph type="dt" sz="half" idx="2"/>
          </p:nvPr>
        </p:nvSpPr>
        <p:spPr>
          <a:xfrm>
            <a:off x="457200" y="6356350"/>
            <a:ext cx="2133600" cy="365125"/>
          </a:xfrm>
          <a:prstGeom prst="rect">
            <a:avLst/>
          </a:prstGeom>
        </p:spPr>
        <p:txBody>
          <a:bodyPr vert="horz" wrap="square" lIns="91440" tIns="45720" rIns="91440" bIns="45720" numCol="1" anchor="t" anchorCtr="0" compatLnSpc="1"/>
          <a:lstStyle>
            <a:lvl1pPr>
              <a:defRPr>
                <a:solidFill>
                  <a:srgbClr val="000000"/>
                </a:solidFill>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da-DK" sz="18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rPr>
              <a:t>Your footnote</a:t>
            </a:r>
            <a:endParaRPr kumimoji="0" lang="da-DK" sz="18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endParaRPr>
          </a:p>
        </p:txBody>
      </p:sp>
      <p:sp>
        <p:nvSpPr>
          <p:cNvPr id="6" name="Pladsholder til diasnumm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t" anchorCtr="0" compatLnSpc="1"/>
          <a:lstStyle>
            <a:lvl1pPr>
              <a:defRPr>
                <a:solidFill>
                  <a:srgbClr val="000000"/>
                </a:solidFill>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da-DK" sz="18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rPr>
              <a:t>Your Logo</a:t>
            </a:r>
            <a:endParaRPr kumimoji="0" lang="da-DK" sz="18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a:lstStyle>
            <a:lvl1pPr>
              <a:defRPr>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fld id="{0E620B45-A7D4-49FC-AC18-63240E4DACB7}" type="datetimeFigureOut">
              <a:rPr kumimoji="0" lang="en-US"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rPr>
            </a:fld>
            <a:endParaRPr kumimoji="0" lang="en-US" sz="1800" b="0" i="0" u="none" strike="noStrike" kern="120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a:lstStyle>
            <a:lvl1pPr>
              <a:defRPr>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a:p>
            <a:pPr lvl="0" eaLnBrk="1" hangingPunct="1">
              <a:buNone/>
            </a:pPr>
            <a:fld id="{9A0DB2DC-4C9A-4742-B13C-FB6460FD3503}" type="slidenum">
              <a:rPr lang="en-US" altLang="x-none" dirty="0"/>
            </a:fld>
            <a:endParaRPr lang="en-US" altLang="x-none"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a:lstStyle>
            <a:lvl1pPr>
              <a:defRPr>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fld id="{0E620B45-A7D4-49FC-AC18-63240E4DACB7}" type="datetimeFigureOut">
              <a:rPr kumimoji="0" lang="en-US"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rPr>
            </a:fld>
            <a:endParaRPr kumimoji="0" lang="en-US" sz="1800" b="0" i="0" u="none" strike="noStrike" kern="120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a:lstStyle>
            <a:lvl1pPr>
              <a:defRPr>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a:p>
            <a:pPr lvl="0" eaLnBrk="1" hangingPunct="1">
              <a:buNone/>
            </a:pPr>
            <a:fld id="{9A0DB2DC-4C9A-4742-B13C-FB6460FD3503}" type="slidenum">
              <a:rPr lang="en-US" altLang="x-none" dirty="0"/>
            </a:fld>
            <a:endParaRPr lang="en-US" altLang="x-none"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2"/>
          </p:nvPr>
        </p:nvSpPr>
        <p:spPr>
          <a:xfrm>
            <a:off x="457200" y="6356350"/>
            <a:ext cx="2133600" cy="365125"/>
          </a:xfrm>
          <a:prstGeom prst="rect">
            <a:avLst/>
          </a:prstGeom>
        </p:spPr>
        <p:txBody>
          <a:bodyPr/>
          <a:lstStyle>
            <a:lvl1pPr>
              <a:defRPr>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fld id="{0E620B45-A7D4-49FC-AC18-63240E4DACB7}" type="datetimeFigureOut">
              <a:rPr kumimoji="0" lang="en-US"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rPr>
            </a:fld>
            <a:endParaRPr kumimoji="0" lang="en-US" sz="1800" b="0" i="0" u="none" strike="noStrike" kern="1200" cap="none" spc="0" normalizeH="0" baseline="0" noProof="0" dirty="0">
              <a:ln>
                <a:noFill/>
              </a:ln>
              <a:solidFill>
                <a:schemeClr val="tx1"/>
              </a:solidFill>
              <a:effectLst/>
              <a:uLnTx/>
              <a:uFillTx/>
              <a:latin typeface="Arial" panose="020B0604020202020204" pitchFamily="34" charset="0"/>
              <a:ea typeface="MS PGothic" panose="020B0600070205080204" pitchFamily="34" charset="-128"/>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a:lstStyle>
            <a:lvl1pPr>
              <a:defRPr>
                <a:latin typeface="Arial" panose="020B0604020202020204" pitchFamily="34" charset="0"/>
                <a:ea typeface="MS PGothic" panose="020B0600070205080204" pitchFamily="34" charset="-128"/>
                <a:cs typeface="+mn-cs"/>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S PGothic" panose="020B0600070205080204" pitchFamily="34" charset="-128"/>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a:p>
            <a:pPr lvl="0" eaLnBrk="1" hangingPunct="1">
              <a:buNone/>
            </a:pPr>
            <a:fld id="{9A0DB2DC-4C9A-4742-B13C-FB6460FD3503}" type="slidenum">
              <a:rPr lang="en-US" altLang="x-none" dirty="0"/>
            </a:fld>
            <a:endParaRPr lang="en-US" altLang="x-none"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457200" rtl="0" eaLnBrk="0" fontAlgn="base" hangingPunct="0">
        <a:spcBef>
          <a:spcPct val="0"/>
        </a:spcBef>
        <a:spcAft>
          <a:spcPct val="0"/>
        </a:spcAft>
        <a:defRPr sz="4400" kern="1200">
          <a:solidFill>
            <a:schemeClr val="tx1"/>
          </a:solidFill>
          <a:latin typeface="Arial Narrow" panose="020B0606020202030204"/>
          <a:ea typeface="MS PGothic" panose="020B0600070205080204" pitchFamily="34" charset="-128"/>
          <a:cs typeface="MS PGothic" panose="020B0600070205080204" pitchFamily="34" charset="-128"/>
        </a:defRPr>
      </a:lvl1pPr>
      <a:lvl2pPr algn="ctr" defTabSz="457200" rtl="0" eaLnBrk="0" fontAlgn="base" hangingPunct="0">
        <a:spcBef>
          <a:spcPct val="0"/>
        </a:spcBef>
        <a:spcAft>
          <a:spcPct val="0"/>
        </a:spcAft>
        <a:defRPr sz="4400">
          <a:solidFill>
            <a:schemeClr val="tx1"/>
          </a:solidFill>
          <a:latin typeface="Arial Narrow" panose="020B0606020202030204" pitchFamily="34" charset="0"/>
          <a:ea typeface="MS PGothic" panose="020B0600070205080204" pitchFamily="34" charset="-128"/>
          <a:cs typeface="MS PGothic" panose="020B0600070205080204" pitchFamily="34" charset="-128"/>
        </a:defRPr>
      </a:lvl2pPr>
      <a:lvl3pPr algn="ctr" defTabSz="457200" rtl="0" eaLnBrk="0" fontAlgn="base" hangingPunct="0">
        <a:spcBef>
          <a:spcPct val="0"/>
        </a:spcBef>
        <a:spcAft>
          <a:spcPct val="0"/>
        </a:spcAft>
        <a:defRPr sz="4400">
          <a:solidFill>
            <a:schemeClr val="tx1"/>
          </a:solidFill>
          <a:latin typeface="Arial Narrow" panose="020B0606020202030204" pitchFamily="34" charset="0"/>
          <a:ea typeface="MS PGothic" panose="020B0600070205080204" pitchFamily="34" charset="-128"/>
          <a:cs typeface="MS PGothic" panose="020B0600070205080204" pitchFamily="34" charset="-128"/>
        </a:defRPr>
      </a:lvl3pPr>
      <a:lvl4pPr algn="ctr" defTabSz="457200" rtl="0" eaLnBrk="0" fontAlgn="base" hangingPunct="0">
        <a:spcBef>
          <a:spcPct val="0"/>
        </a:spcBef>
        <a:spcAft>
          <a:spcPct val="0"/>
        </a:spcAft>
        <a:defRPr sz="4400">
          <a:solidFill>
            <a:schemeClr val="tx1"/>
          </a:solidFill>
          <a:latin typeface="Arial Narrow" panose="020B0606020202030204" pitchFamily="34" charset="0"/>
          <a:ea typeface="MS PGothic" panose="020B0600070205080204" pitchFamily="34" charset="-128"/>
          <a:cs typeface="MS PGothic" panose="020B0600070205080204" pitchFamily="34" charset="-128"/>
        </a:defRPr>
      </a:lvl4pPr>
      <a:lvl5pPr algn="ctr" defTabSz="457200" rtl="0" eaLnBrk="0" fontAlgn="base" hangingPunct="0">
        <a:spcBef>
          <a:spcPct val="0"/>
        </a:spcBef>
        <a:spcAft>
          <a:spcPct val="0"/>
        </a:spcAft>
        <a:defRPr sz="4400">
          <a:solidFill>
            <a:schemeClr val="tx1"/>
          </a:solidFill>
          <a:latin typeface="Arial Narrow" panose="020B0606020202030204" pitchFamily="34" charset="0"/>
          <a:ea typeface="MS PGothic" panose="020B0600070205080204" pitchFamily="34" charset="-128"/>
          <a:cs typeface="MS PGothic" panose="020B0600070205080204" pitchFamily="34" charset="-128"/>
        </a:defRPr>
      </a:lvl5pPr>
      <a:lvl6pPr marL="457200" algn="ctr" defTabSz="457200" rtl="0" fontAlgn="base">
        <a:spcBef>
          <a:spcPct val="0"/>
        </a:spcBef>
        <a:spcAft>
          <a:spcPct val="0"/>
        </a:spcAft>
        <a:defRPr sz="4400">
          <a:solidFill>
            <a:schemeClr val="tx1"/>
          </a:solidFill>
          <a:latin typeface="Arial Narrow" panose="020B0606020202030204" pitchFamily="34" charset="0"/>
        </a:defRPr>
      </a:lvl6pPr>
      <a:lvl7pPr marL="914400" algn="ctr" defTabSz="457200" rtl="0" fontAlgn="base">
        <a:spcBef>
          <a:spcPct val="0"/>
        </a:spcBef>
        <a:spcAft>
          <a:spcPct val="0"/>
        </a:spcAft>
        <a:defRPr sz="4400">
          <a:solidFill>
            <a:schemeClr val="tx1"/>
          </a:solidFill>
          <a:latin typeface="Arial Narrow" panose="020B0606020202030204" pitchFamily="34" charset="0"/>
        </a:defRPr>
      </a:lvl7pPr>
      <a:lvl8pPr marL="1371600" algn="ctr" defTabSz="457200" rtl="0" fontAlgn="base">
        <a:spcBef>
          <a:spcPct val="0"/>
        </a:spcBef>
        <a:spcAft>
          <a:spcPct val="0"/>
        </a:spcAft>
        <a:defRPr sz="4400">
          <a:solidFill>
            <a:schemeClr val="tx1"/>
          </a:solidFill>
          <a:latin typeface="Arial Narrow" panose="020B0606020202030204" pitchFamily="34" charset="0"/>
        </a:defRPr>
      </a:lvl8pPr>
      <a:lvl9pPr marL="1828800" algn="ctr" defTabSz="457200" rtl="0" fontAlgn="base">
        <a:spcBef>
          <a:spcPct val="0"/>
        </a:spcBef>
        <a:spcAft>
          <a:spcPct val="0"/>
        </a:spcAft>
        <a:defRPr sz="4400">
          <a:solidFill>
            <a:schemeClr val="tx1"/>
          </a:solidFill>
          <a:latin typeface="Arial Narrow" panose="020B0606020202030204" pitchFamily="34"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Arial Narrow" panose="020B0606020202030204"/>
          <a:ea typeface="MS PGothic" panose="020B0600070205080204" pitchFamily="34" charset="-128"/>
          <a:cs typeface="MS PGothic" panose="020B0600070205080204" pitchFamily="34" charset="-128"/>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Narrow" panose="020B0606020202030204"/>
          <a:ea typeface="MS PGothic" panose="020B0600070205080204"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Narrow" panose="020B0606020202030204"/>
          <a:ea typeface="MS PGothic" panose="020B0600070205080204"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Narrow" panose="020B0606020202030204"/>
          <a:ea typeface="MS PGothic" panose="020B0600070205080204"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Narrow" panose="020B0606020202030204"/>
          <a:ea typeface="MS PGothic" panose="020B0600070205080204" pitchFamily="3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da-DK"/>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7.w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386" name="Billede 26" descr="dreamstime_Handsoverlapping.jpg"/>
          <p:cNvPicPr>
            <a:picLocks noChangeAspect="1"/>
          </p:cNvPicPr>
          <p:nvPr/>
        </p:nvPicPr>
        <p:blipFill>
          <a:blip r:embed="rId1"/>
          <a:stretch>
            <a:fillRect/>
          </a:stretch>
        </p:blipFill>
        <p:spPr>
          <a:xfrm>
            <a:off x="-25400" y="0"/>
            <a:ext cx="9169400" cy="6892925"/>
          </a:xfrm>
          <a:prstGeom prst="rect">
            <a:avLst/>
          </a:prstGeom>
          <a:noFill/>
          <a:ln w="9525">
            <a:noFill/>
          </a:ln>
        </p:spPr>
      </p:pic>
      <p:sp>
        <p:nvSpPr>
          <p:cNvPr id="28" name="Rektangel 27"/>
          <p:cNvSpPr/>
          <p:nvPr/>
        </p:nvSpPr>
        <p:spPr>
          <a:xfrm>
            <a:off x="-31750" y="2492375"/>
            <a:ext cx="7240588" cy="3273425"/>
          </a:xfrm>
          <a:prstGeom prst="rect">
            <a:avLst/>
          </a:prstGeom>
          <a:gradFill flip="none" rotWithShape="1">
            <a:gsLst>
              <a:gs pos="31000">
                <a:schemeClr val="accent1">
                  <a:tint val="100000"/>
                  <a:shade val="100000"/>
                  <a:satMod val="130000"/>
                  <a:alpha val="44000"/>
                </a:schemeClr>
              </a:gs>
              <a:gs pos="96000">
                <a:schemeClr val="accent1">
                  <a:tint val="50000"/>
                  <a:shade val="100000"/>
                  <a:satMod val="350000"/>
                </a:schemeClr>
              </a:gs>
            </a:gsLst>
            <a:lin ang="10800000" scaled="1"/>
            <a:tileRect/>
          </a:gra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da-DK" sz="1800" b="0" i="0" u="none" strike="noStrike" kern="1200" cap="none" spc="0" normalizeH="0" baseline="0" noProof="0" dirty="0">
              <a:ln>
                <a:noFill/>
              </a:ln>
              <a:solidFill>
                <a:schemeClr val="lt1"/>
              </a:solidFill>
              <a:effectLst/>
              <a:uLnTx/>
              <a:uFillTx/>
              <a:latin typeface="Arial" panose="020B0604020202020204" pitchFamily="34" charset="0"/>
              <a:ea typeface="+mn-ea"/>
              <a:cs typeface="+mn-cs"/>
            </a:endParaRPr>
          </a:p>
        </p:txBody>
      </p:sp>
      <p:sp>
        <p:nvSpPr>
          <p:cNvPr id="21508" name="Rectangle 4"/>
          <p:cNvSpPr>
            <a:spLocks noChangeArrowheads="1"/>
          </p:cNvSpPr>
          <p:nvPr/>
        </p:nvSpPr>
        <p:spPr bwMode="gray">
          <a:xfrm>
            <a:off x="355600" y="5041900"/>
            <a:ext cx="6718300" cy="947738"/>
          </a:xfrm>
          <a:prstGeom prst="rect">
            <a:avLst/>
          </a:prstGeom>
          <a:noFill/>
          <a:ln w="9525">
            <a:noFill/>
            <a:miter lim="800000"/>
          </a:ln>
        </p:spPr>
        <p:txBody>
          <a:bodyPr lIns="0" tIns="0" rIns="0" bIns="0" anchor="ctr"/>
          <a:lstStyle/>
          <a:p>
            <a:pPr marL="0" marR="0" lvl="0" indent="0" algn="l" defTabSz="802005" rtl="0" eaLnBrk="1" fontAlgn="base" latinLnBrk="0" hangingPunct="1">
              <a:lnSpc>
                <a:spcPct val="100000"/>
              </a:lnSpc>
              <a:spcBef>
                <a:spcPct val="0"/>
              </a:spcBef>
              <a:spcAft>
                <a:spcPct val="0"/>
              </a:spcAft>
              <a:buClrTx/>
              <a:buSzTx/>
              <a:buFontTx/>
              <a:buNone/>
              <a:defRPr/>
            </a:pPr>
            <a:r>
              <a:rPr kumimoji="0" lang="en-US" sz="2800" b="1" i="1" u="none" strike="noStrike" kern="1200" cap="none" spc="0" normalizeH="0" baseline="0" noProof="0" dirty="0">
                <a:ln>
                  <a:noFill/>
                </a:ln>
                <a:solidFill>
                  <a:schemeClr val="accent1">
                    <a:lumMod val="25000"/>
                  </a:schemeClr>
                </a:solidFill>
                <a:effectLst/>
                <a:uLnTx/>
                <a:uFillTx/>
                <a:latin typeface="+mn-lt"/>
                <a:ea typeface="MS PGothic" panose="020B0600070205080204" pitchFamily="34" charset="-128"/>
                <a:cs typeface="+mn-cs"/>
              </a:rPr>
              <a:t>The “Why” and “How” of Working in Teams</a:t>
            </a:r>
            <a:endParaRPr kumimoji="0" lang="en-US" sz="2800" b="1" i="1" u="none" strike="noStrike" kern="1200" cap="none" spc="0" normalizeH="0" baseline="0" noProof="0" dirty="0">
              <a:ln>
                <a:noFill/>
              </a:ln>
              <a:solidFill>
                <a:schemeClr val="accent1">
                  <a:lumMod val="25000"/>
                </a:schemeClr>
              </a:solidFill>
              <a:effectLst/>
              <a:uLnTx/>
              <a:uFillTx/>
              <a:latin typeface="+mn-lt"/>
              <a:ea typeface="MS PGothic" panose="020B0600070205080204" pitchFamily="34" charset="-128"/>
              <a:cs typeface="+mn-cs"/>
            </a:endParaRPr>
          </a:p>
          <a:p>
            <a:pPr marL="0" marR="0" lvl="0" indent="0" algn="l" defTabSz="802005"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dirty="0">
              <a:ln>
                <a:noFill/>
              </a:ln>
              <a:solidFill>
                <a:srgbClr val="171717"/>
              </a:solidFill>
              <a:effectLst/>
              <a:uLnTx/>
              <a:uFillTx/>
              <a:latin typeface="Arial" panose="020B0604020202020204" pitchFamily="34" charset="0"/>
              <a:ea typeface="MS PGothic" panose="020B0600070205080204" pitchFamily="34" charset="-128"/>
              <a:cs typeface="+mn-cs"/>
            </a:endParaRPr>
          </a:p>
        </p:txBody>
      </p:sp>
      <p:sp>
        <p:nvSpPr>
          <p:cNvPr id="21509" name="Rectangle 5"/>
          <p:cNvSpPr txBox="1">
            <a:spLocks noChangeArrowheads="1"/>
          </p:cNvSpPr>
          <p:nvPr/>
        </p:nvSpPr>
        <p:spPr bwMode="gray">
          <a:xfrm>
            <a:off x="327025" y="3013075"/>
            <a:ext cx="2673350" cy="1674813"/>
          </a:xfrm>
          <a:prstGeom prst="rect">
            <a:avLst/>
          </a:prstGeom>
          <a:noFill/>
          <a:ln w="9525">
            <a:noFill/>
            <a:miter lim="800000"/>
          </a:ln>
        </p:spPr>
        <p:txBody>
          <a:bodyPr lIns="0" rIns="0" anchor="ctr"/>
          <a:lstStyle/>
          <a:p>
            <a:pPr marR="0" defTabSz="914400" eaLnBrk="0" hangingPunct="0">
              <a:lnSpc>
                <a:spcPct val="95000"/>
              </a:lnSpc>
              <a:buClrTx/>
              <a:buSzTx/>
              <a:buFontTx/>
              <a:buNone/>
              <a:defRPr/>
            </a:pPr>
            <a:r>
              <a:rPr kumimoji="0" lang="en-US" sz="4000" b="1" u="sng" kern="1200" cap="none" spc="0" normalizeH="0" baseline="0" noProof="0" dirty="0">
                <a:solidFill>
                  <a:schemeClr val="accent6"/>
                </a:solidFill>
                <a:latin typeface="+mn-lt"/>
                <a:ea typeface="MS PGothic" panose="020B0600070205080204" pitchFamily="34" charset="-128"/>
                <a:cs typeface="+mn-cs"/>
              </a:rPr>
              <a:t>T</a:t>
            </a:r>
            <a:r>
              <a:rPr kumimoji="0" lang="en-US" sz="4000" b="1" kern="1200" cap="none" spc="0" normalizeH="0" baseline="0" noProof="0" dirty="0">
                <a:solidFill>
                  <a:schemeClr val="accent1">
                    <a:lumMod val="25000"/>
                  </a:schemeClr>
                </a:solidFill>
                <a:latin typeface="+mn-lt"/>
                <a:ea typeface="MS PGothic" panose="020B0600070205080204" pitchFamily="34" charset="-128"/>
                <a:cs typeface="+mn-cs"/>
              </a:rPr>
              <a:t>OGETHER </a:t>
            </a:r>
            <a:r>
              <a:rPr kumimoji="0" lang="en-US" sz="4000" b="1" u="sng" kern="1200" cap="none" spc="0" normalizeH="0" baseline="0" noProof="0" dirty="0">
                <a:solidFill>
                  <a:schemeClr val="accent6"/>
                </a:solidFill>
                <a:latin typeface="+mn-lt"/>
                <a:ea typeface="MS PGothic" panose="020B0600070205080204" pitchFamily="34" charset="-128"/>
                <a:cs typeface="+mn-cs"/>
              </a:rPr>
              <a:t>E</a:t>
            </a:r>
            <a:r>
              <a:rPr kumimoji="0" lang="en-US" sz="4000" b="1" kern="1200" cap="none" spc="0" normalizeH="0" baseline="0" noProof="0" dirty="0">
                <a:solidFill>
                  <a:schemeClr val="accent1">
                    <a:lumMod val="25000"/>
                  </a:schemeClr>
                </a:solidFill>
                <a:latin typeface="+mn-lt"/>
                <a:ea typeface="MS PGothic" panose="020B0600070205080204" pitchFamily="34" charset="-128"/>
                <a:cs typeface="+mn-cs"/>
              </a:rPr>
              <a:t>VERYONE </a:t>
            </a:r>
            <a:r>
              <a:rPr kumimoji="0" lang="en-US" sz="4000" b="1" u="sng" kern="1200" cap="none" spc="0" normalizeH="0" baseline="0" noProof="0" dirty="0">
                <a:solidFill>
                  <a:schemeClr val="accent6"/>
                </a:solidFill>
                <a:latin typeface="+mn-lt"/>
                <a:ea typeface="MS PGothic" panose="020B0600070205080204" pitchFamily="34" charset="-128"/>
                <a:cs typeface="+mn-cs"/>
              </a:rPr>
              <a:t>A</a:t>
            </a:r>
            <a:r>
              <a:rPr kumimoji="0" lang="en-US" sz="4000" b="1" kern="1200" cap="none" spc="0" normalizeH="0" baseline="0" noProof="0" dirty="0">
                <a:solidFill>
                  <a:schemeClr val="accent1">
                    <a:lumMod val="25000"/>
                  </a:schemeClr>
                </a:solidFill>
                <a:latin typeface="+mn-lt"/>
                <a:ea typeface="MS PGothic" panose="020B0600070205080204" pitchFamily="34" charset="-128"/>
                <a:cs typeface="+mn-cs"/>
              </a:rPr>
              <a:t>CHIEVES </a:t>
            </a:r>
            <a:r>
              <a:rPr kumimoji="0" lang="en-US" sz="4000" b="1" u="sng" kern="1200" cap="none" spc="0" normalizeH="0" baseline="0" noProof="0" dirty="0">
                <a:solidFill>
                  <a:schemeClr val="accent6"/>
                </a:solidFill>
                <a:latin typeface="+mn-lt"/>
                <a:ea typeface="MS PGothic" panose="020B0600070205080204" pitchFamily="34" charset="-128"/>
                <a:cs typeface="+mn-cs"/>
              </a:rPr>
              <a:t>M</a:t>
            </a:r>
            <a:r>
              <a:rPr kumimoji="0" lang="en-US" sz="4000" b="1" kern="1200" cap="none" spc="0" normalizeH="0" baseline="0" noProof="0" dirty="0">
                <a:solidFill>
                  <a:schemeClr val="accent1">
                    <a:lumMod val="25000"/>
                  </a:schemeClr>
                </a:solidFill>
                <a:latin typeface="+mn-lt"/>
                <a:ea typeface="MS PGothic" panose="020B0600070205080204" pitchFamily="34" charset="-128"/>
                <a:cs typeface="+mn-cs"/>
              </a:rPr>
              <a:t>ORE</a:t>
            </a:r>
            <a:endParaRPr kumimoji="0" lang="en-US" sz="4000" b="1" kern="1200" cap="none" spc="0" normalizeH="0" baseline="0" noProof="0" dirty="0">
              <a:solidFill>
                <a:schemeClr val="accent1">
                  <a:lumMod val="25000"/>
                </a:schemeClr>
              </a:solidFill>
              <a:latin typeface="+mn-lt"/>
              <a:ea typeface="MS PGothic" panose="020B0600070205080204" pitchFamily="34" charset="-128"/>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hasCustomPrompt="1"/>
          </p:nvPr>
        </p:nvSpPr>
        <p:spPr/>
        <p:txBody>
          <a:bodyPr/>
          <a:lstStyle/>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In simplest terms, a team is people working effectively together to achieve an agreed-upon goal.</a:t>
            </a:r>
            <a:endPar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Examples:-</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0" marR="0" lvl="0" indent="0" algn="l" defTabSz="4572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        1) Athletic Team</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0" marR="0" lvl="0" indent="0" algn="l" defTabSz="4572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        2) Buisness Team</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Arial" panose="020B0604020202020204"/>
            </a:endParaRPr>
          </a:p>
        </p:txBody>
      </p:sp>
      <p:sp>
        <p:nvSpPr>
          <p:cNvPr id="2" name="Title 1"/>
          <p:cNvSpPr>
            <a:spLocks noGrp="1"/>
          </p:cNvSpPr>
          <p:nvPr>
            <p:ph type="title" idx="4294967295"/>
          </p:nvPr>
        </p:nvSpPr>
        <p:spPr>
          <a:xfrm>
            <a:off x="161925" y="1090613"/>
            <a:ext cx="4584700" cy="563563"/>
          </a:xfrm>
          <a:prstGeom prst="rect">
            <a:avLst/>
          </a:prstGeom>
        </p:spPr>
        <p:txBody>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sz="44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What is a team?</a:t>
            </a:r>
            <a:endParaRPr kumimoji="0" lang="en-US" sz="44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hasCustomPrompt="1"/>
          </p:nvPr>
        </p:nvSpPr>
        <p:spPr/>
        <p:txBody>
          <a:bodyPr/>
          <a:lstStyle/>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Benefits to the business, organization or system:</a:t>
            </a:r>
            <a:endPar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Enhanced creative thinking needed for innovation</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Promote  employee involvement  and buy-in (commitment) to the company’s success</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A team generates results that are greater than those that could be produced by its individual members</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2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Arial" panose="020B0604020202020204"/>
            </a:endParaRPr>
          </a:p>
        </p:txBody>
      </p:sp>
      <p:sp>
        <p:nvSpPr>
          <p:cNvPr id="2" name="Title 1"/>
          <p:cNvSpPr>
            <a:spLocks noGrp="1"/>
          </p:cNvSpPr>
          <p:nvPr>
            <p:ph type="title" idx="4294967295"/>
          </p:nvPr>
        </p:nvSpPr>
        <p:spPr>
          <a:xfrm>
            <a:off x="161925" y="1128713"/>
            <a:ext cx="4584700" cy="563563"/>
          </a:xfrm>
          <a:prstGeom prst="rect">
            <a:avLst/>
          </a:prstGeom>
        </p:spPr>
        <p:txBody>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sz="44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Why Use Teams?</a:t>
            </a:r>
            <a:endParaRPr kumimoji="0" lang="en-US" sz="44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hasCustomPrompt="1"/>
          </p:nvPr>
        </p:nvSpPr>
        <p:spPr/>
        <p:txBody>
          <a:bodyPr/>
          <a:lstStyle/>
          <a:p>
            <a:pPr lvl="0"/>
            <a:r>
              <a:rPr lang="en-US"/>
              <a:t>Benefits to the team member:</a:t>
            </a:r>
            <a:endParaRPr lang="en-US"/>
          </a:p>
          <a:p>
            <a:pPr lvl="1"/>
            <a:r>
              <a:rPr lang="en-US"/>
              <a:t>Improved professional and personal skills</a:t>
            </a:r>
            <a:endParaRPr lang="en-US"/>
          </a:p>
          <a:p>
            <a:pPr lvl="1"/>
            <a:r>
              <a:rPr lang="en-US"/>
              <a:t>Better understanding of the whole company/system and how it works</a:t>
            </a:r>
            <a:endParaRPr lang="en-US"/>
          </a:p>
          <a:p>
            <a:pPr lvl="1"/>
            <a:r>
              <a:rPr lang="en-US"/>
              <a:t>Preparation for upward professional growth (promotion)</a:t>
            </a:r>
            <a:endParaRPr lang="en-US"/>
          </a:p>
          <a:p>
            <a:pPr lvl="1"/>
            <a:endParaRPr lang="en-US"/>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endParaRPr lang="en-US"/>
          </a:p>
        </p:txBody>
      </p:sp>
      <p:sp>
        <p:nvSpPr>
          <p:cNvPr id="2" name="Title 1"/>
          <p:cNvSpPr>
            <a:spLocks noGrp="1"/>
          </p:cNvSpPr>
          <p:nvPr>
            <p:ph type="title" idx="4294967295"/>
          </p:nvPr>
        </p:nvSpPr>
        <p:spPr>
          <a:xfrm>
            <a:off x="136525" y="1158875"/>
            <a:ext cx="4584700" cy="563563"/>
          </a:xfrm>
          <a:prstGeom prst="rect">
            <a:avLst/>
          </a:prstGeom>
        </p:spPr>
        <p:txBody>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sz="44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Why Use Teams?</a:t>
            </a:r>
            <a:endParaRPr kumimoji="0" lang="en-US" sz="44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hasCustomPrompt="1"/>
          </p:nvPr>
        </p:nvSpPr>
        <p:spPr/>
        <p:txBody>
          <a:bodyPr>
            <a:normAutofit fontScale="77500" lnSpcReduction="20000"/>
          </a:bodyPr>
          <a:lstStyle/>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5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Team is not too big or small.</a:t>
            </a:r>
            <a:endParaRPr kumimoji="0" lang="en-US" sz="35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5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Members are competent in their team roles.</a:t>
            </a:r>
            <a:endParaRPr kumimoji="0" lang="en-US" sz="35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5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The team has a clear goal and all members are committed to accomplishing it.</a:t>
            </a:r>
            <a:endParaRPr kumimoji="0" lang="en-US" sz="35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5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Each member feels comfortable sharing his/her ideas.</a:t>
            </a:r>
            <a:endParaRPr kumimoji="0" lang="en-US" sz="35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5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Team members are willing to consider new ideas.</a:t>
            </a:r>
            <a:endParaRPr kumimoji="0" lang="en-US" sz="35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5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The team marks project milestones and assesses progress toward the goal.</a:t>
            </a:r>
            <a:endParaRPr kumimoji="0" lang="en-US" sz="35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sz="35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sz="32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Arial" panose="020B0604020202020204"/>
            </a:endParaRPr>
          </a:p>
        </p:txBody>
      </p:sp>
      <p:sp>
        <p:nvSpPr>
          <p:cNvPr id="2" name="Title 1"/>
          <p:cNvSpPr>
            <a:spLocks noGrp="1"/>
          </p:cNvSpPr>
          <p:nvPr>
            <p:ph type="title" idx="4294967295"/>
          </p:nvPr>
        </p:nvSpPr>
        <p:spPr>
          <a:xfrm>
            <a:off x="146050" y="1109663"/>
            <a:ext cx="6556375" cy="563563"/>
          </a:xfrm>
          <a:prstGeom prst="rect">
            <a:avLst/>
          </a:prstGeom>
        </p:spPr>
        <p:txBody>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sz="40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Effective Team Characteristics</a:t>
            </a:r>
            <a:endParaRPr kumimoji="0" lang="en-US" sz="40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hasCustomPrompt="1"/>
          </p:nvPr>
        </p:nvSpPr>
        <p:spPr/>
        <p:txBody>
          <a:bodyPr/>
          <a:lstStyle/>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Management supports and encourages the work of the team.</a:t>
            </a:r>
            <a:endPar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The team is provided with sufficient resources to accomplish the task or goal.</a:t>
            </a:r>
            <a:endPar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Team accomplishments are recognized.</a:t>
            </a:r>
            <a:endParaRPr kumimoji="0" lang="en-US" sz="32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Arial" panose="020B0604020202020204"/>
            </a:endParaRPr>
          </a:p>
        </p:txBody>
      </p:sp>
      <p:sp>
        <p:nvSpPr>
          <p:cNvPr id="2" name="Title 1"/>
          <p:cNvSpPr>
            <a:spLocks noGrp="1"/>
          </p:cNvSpPr>
          <p:nvPr>
            <p:ph type="title" idx="4294967295"/>
          </p:nvPr>
        </p:nvSpPr>
        <p:spPr>
          <a:xfrm>
            <a:off x="42863" y="1081088"/>
            <a:ext cx="7488238" cy="563563"/>
          </a:xfrm>
          <a:prstGeom prst="rect">
            <a:avLst/>
          </a:prstGeom>
        </p:spPr>
        <p:txBody>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sz="44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External Support for the Team</a:t>
            </a:r>
            <a:endParaRPr kumimoji="0" lang="en-US" sz="44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idx="4294967295"/>
          </p:nvPr>
        </p:nvSpPr>
        <p:spPr>
          <a:xfrm>
            <a:off x="136525" y="1023938"/>
            <a:ext cx="7132638" cy="862013"/>
          </a:xfrm>
          <a:prstGeom prst="rect">
            <a:avLst/>
          </a:prstGeom>
        </p:spPr>
        <p:txBody>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sz="44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Stages of Team Development</a:t>
            </a:r>
            <a:endParaRPr kumimoji="0" lang="en-US" sz="44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pic>
        <p:nvPicPr>
          <p:cNvPr id="23555" name="Picture 2"/>
          <p:cNvPicPr>
            <a:picLocks noChangeAspect="1"/>
          </p:cNvPicPr>
          <p:nvPr/>
        </p:nvPicPr>
        <p:blipFill>
          <a:blip r:embed="rId1"/>
          <a:stretch>
            <a:fillRect/>
          </a:stretch>
        </p:blipFill>
        <p:spPr>
          <a:xfrm>
            <a:off x="809625" y="3133725"/>
            <a:ext cx="7391400" cy="2684463"/>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a:spLocks noGrp="1"/>
          </p:cNvSpPr>
          <p:nvPr>
            <p:ph idx="1" hasCustomPrompt="1"/>
          </p:nvPr>
        </p:nvSpPr>
        <p:spPr/>
        <p:txBody>
          <a:bodyPr>
            <a:normAutofit/>
          </a:bodyPr>
          <a:lstStyle/>
          <a:p>
            <a:pPr marL="742950" marR="0" lvl="0" indent="-742950" algn="l" defTabSz="457200" rtl="0" eaLnBrk="0" fontAlgn="base" latinLnBrk="0" hangingPunct="0">
              <a:lnSpc>
                <a:spcPct val="100000"/>
              </a:lnSpc>
              <a:spcBef>
                <a:spcPct val="20000"/>
              </a:spcBef>
              <a:spcAft>
                <a:spcPct val="0"/>
              </a:spcAft>
              <a:buClrTx/>
              <a:buSzTx/>
              <a:buFont typeface="+mj-lt"/>
              <a:buAutoNum type="arabicPeriod"/>
              <a:defRPr/>
            </a:pPr>
            <a:r>
              <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Forming</a:t>
            </a:r>
            <a:endPar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0" indent="-742950" algn="l" defTabSz="457200" rtl="0" eaLnBrk="0" fontAlgn="base" latinLnBrk="0" hangingPunct="0">
              <a:lnSpc>
                <a:spcPct val="100000"/>
              </a:lnSpc>
              <a:spcBef>
                <a:spcPct val="20000"/>
              </a:spcBef>
              <a:spcAft>
                <a:spcPct val="0"/>
              </a:spcAft>
              <a:buClrTx/>
              <a:buSzTx/>
              <a:buFont typeface="+mj-lt"/>
              <a:buAutoNum type="arabicPeriod"/>
              <a:defRPr/>
            </a:pPr>
            <a:r>
              <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Storming</a:t>
            </a:r>
            <a:endPar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0" indent="-742950" algn="l" defTabSz="457200" rtl="0" eaLnBrk="0" fontAlgn="base" latinLnBrk="0" hangingPunct="0">
              <a:lnSpc>
                <a:spcPct val="100000"/>
              </a:lnSpc>
              <a:spcBef>
                <a:spcPct val="20000"/>
              </a:spcBef>
              <a:spcAft>
                <a:spcPct val="0"/>
              </a:spcAft>
              <a:buClrTx/>
              <a:buSzTx/>
              <a:buFont typeface="+mj-lt"/>
              <a:buAutoNum type="arabicPeriod"/>
              <a:defRPr/>
            </a:pPr>
            <a:r>
              <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Norming</a:t>
            </a:r>
            <a:endPar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0" indent="-742950" algn="l" defTabSz="457200" rtl="0" eaLnBrk="0" fontAlgn="base" latinLnBrk="0" hangingPunct="0">
              <a:lnSpc>
                <a:spcPct val="100000"/>
              </a:lnSpc>
              <a:spcBef>
                <a:spcPct val="20000"/>
              </a:spcBef>
              <a:spcAft>
                <a:spcPct val="0"/>
              </a:spcAft>
              <a:buClrTx/>
              <a:buSzTx/>
              <a:buFont typeface="+mj-lt"/>
              <a:buAutoNum type="arabicPeriod"/>
              <a:defRPr/>
            </a:pPr>
            <a:r>
              <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Performing</a:t>
            </a:r>
            <a:endPar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0" indent="-742950" algn="l" defTabSz="457200" rtl="0" eaLnBrk="0" fontAlgn="base" latinLnBrk="0" hangingPunct="0">
              <a:lnSpc>
                <a:spcPct val="100000"/>
              </a:lnSpc>
              <a:spcBef>
                <a:spcPct val="20000"/>
              </a:spcBef>
              <a:spcAft>
                <a:spcPct val="0"/>
              </a:spcAft>
              <a:buClrTx/>
              <a:buSzTx/>
              <a:buFont typeface="+mj-lt"/>
              <a:buAutoNum type="arabicPeriod"/>
              <a:defRPr/>
            </a:pPr>
            <a:r>
              <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Transforming/Adjourning</a:t>
            </a:r>
            <a:endParaRPr kumimoji="0" lang="en-US" sz="36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Arial" panose="020B0604020202020204"/>
            </a:endParaRPr>
          </a:p>
        </p:txBody>
      </p:sp>
      <p:sp>
        <p:nvSpPr>
          <p:cNvPr id="7" name="Title 1"/>
          <p:cNvSpPr txBox="1"/>
          <p:nvPr/>
        </p:nvSpPr>
        <p:spPr>
          <a:xfrm>
            <a:off x="66675" y="1023938"/>
            <a:ext cx="7132638" cy="862013"/>
          </a:xfrm>
          <a:prstGeom prst="rect">
            <a:avLst/>
          </a:prstGeom>
        </p:spPr>
        <p:txBody>
          <a:bodyPr/>
          <a:lstStyle/>
          <a:p>
            <a:pPr marR="0" defTabSz="457200" eaLnBrk="0" hangingPunct="0">
              <a:buClrTx/>
              <a:buSzTx/>
              <a:buFontTx/>
              <a:buNone/>
              <a:defRPr/>
            </a:pPr>
            <a:r>
              <a:rPr kumimoji="0" lang="en-US" sz="4400" b="1" kern="1200" cap="none" spc="0" normalizeH="0" baseline="0" noProof="0">
                <a:latin typeface="+mn-lt"/>
                <a:ea typeface="MS PGothic" panose="020B0600070205080204" pitchFamily="34" charset="-128"/>
                <a:cs typeface="MS PGothic" panose="020B0600070205080204" pitchFamily="34" charset="-128"/>
              </a:rPr>
              <a:t>Stages of Team Development</a:t>
            </a:r>
            <a:endParaRPr kumimoji="0" lang="en-US" sz="4400" b="1" kern="1200" cap="none" spc="0" normalizeH="0" baseline="0" noProof="0" dirty="0">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Content Placeholder 5"/>
          <p:cNvGraphicFramePr>
            <a:graphicFrameLocks noGrp="1"/>
          </p:cNvGraphicFramePr>
          <p:nvPr>
            <p:ph idx="4294967295"/>
          </p:nvPr>
        </p:nvGraphicFramePr>
        <p:xfrm>
          <a:off x="0" y="2436813"/>
          <a:ext cx="8475663" cy="4421188"/>
        </p:xfrm>
        <a:graphic>
          <a:graphicData uri="http://schemas.openxmlformats.org/drawingml/2006/table">
            <a:tbl>
              <a:tblPr firstRow="1" bandRow="1">
                <a:tableStyleId>{2D5ABB26-0587-4C30-8999-92F81FD0307C}</a:tableStyleId>
              </a:tblPr>
              <a:tblGrid>
                <a:gridCol w="203028"/>
                <a:gridCol w="8272016"/>
              </a:tblGrid>
              <a:tr h="633710">
                <a:tc rowSpan="5">
                  <a:txBody>
                    <a:bodyPr/>
                    <a:lstStyle/>
                    <a:p>
                      <a:endParaRPr lang="en-US" dirty="0"/>
                    </a:p>
                  </a:txBody>
                  <a:tcPr marL="85874" marR="85874"/>
                </a:tc>
                <a:tc>
                  <a:txBody>
                    <a:bodyPr/>
                    <a:lstStyle/>
                    <a:p>
                      <a:pPr marL="514350" indent="-274320">
                        <a:buFont typeface="Arial" panose="020B0604020202020204" pitchFamily="34" charset="0"/>
                        <a:buChar char="•"/>
                      </a:pPr>
                      <a:r>
                        <a:rPr lang="en-US" sz="2800" dirty="0" smtClean="0">
                          <a:solidFill>
                            <a:schemeClr val="accent1">
                              <a:lumMod val="25000"/>
                            </a:schemeClr>
                          </a:solidFill>
                        </a:rPr>
                        <a:t>Team</a:t>
                      </a:r>
                      <a:r>
                        <a:rPr lang="en-US" sz="2800" baseline="0" dirty="0" smtClean="0">
                          <a:solidFill>
                            <a:schemeClr val="accent1">
                              <a:lumMod val="25000"/>
                            </a:schemeClr>
                          </a:solidFill>
                        </a:rPr>
                        <a:t> members meet and introduce themselves.</a:t>
                      </a:r>
                      <a:endParaRPr lang="en-US" sz="2800" dirty="0">
                        <a:solidFill>
                          <a:schemeClr val="accent1">
                            <a:lumMod val="25000"/>
                          </a:schemeClr>
                        </a:solidFill>
                      </a:endParaRPr>
                    </a:p>
                  </a:txBody>
                  <a:tcPr marL="85874" marR="85874"/>
                </a:tc>
              </a:tr>
              <a:tr h="580189">
                <a:tc vMerge="1">
                  <a:tcPr/>
                </a:tc>
                <a:tc>
                  <a:txBody>
                    <a:bodyPr/>
                    <a:lstStyle/>
                    <a:p>
                      <a:pPr marL="514350" indent="-274320">
                        <a:buFont typeface="Arial" panose="020B0604020202020204" pitchFamily="34" charset="0"/>
                        <a:buChar char="•"/>
                      </a:pPr>
                      <a:r>
                        <a:rPr lang="en-US" sz="2800" dirty="0" smtClean="0">
                          <a:solidFill>
                            <a:schemeClr val="accent1">
                              <a:lumMod val="25000"/>
                            </a:schemeClr>
                          </a:solidFill>
                        </a:rPr>
                        <a:t>A facilitator or leader is assigned</a:t>
                      </a:r>
                      <a:r>
                        <a:rPr lang="en-US" sz="2800" baseline="0" dirty="0" smtClean="0">
                          <a:solidFill>
                            <a:schemeClr val="accent1">
                              <a:lumMod val="25000"/>
                            </a:schemeClr>
                          </a:solidFill>
                        </a:rPr>
                        <a:t> or selected.</a:t>
                      </a:r>
                      <a:endParaRPr lang="en-US" sz="2800" dirty="0">
                        <a:solidFill>
                          <a:schemeClr val="accent1">
                            <a:lumMod val="25000"/>
                          </a:schemeClr>
                        </a:solidFill>
                      </a:endParaRPr>
                    </a:p>
                  </a:txBody>
                  <a:tcPr marL="85874" marR="85874"/>
                </a:tc>
              </a:tr>
              <a:tr h="693641">
                <a:tc vMerge="1">
                  <a:tcPr/>
                </a:tc>
                <a:tc>
                  <a:txBody>
                    <a:bodyPr/>
                    <a:lstStyle/>
                    <a:p>
                      <a:pPr marL="514350" indent="-274320" algn="l">
                        <a:buFont typeface="Arial" panose="020B0604020202020204" pitchFamily="34" charset="0"/>
                        <a:buChar char="•"/>
                      </a:pPr>
                      <a:r>
                        <a:rPr lang="en-US" sz="2800" dirty="0" smtClean="0">
                          <a:solidFill>
                            <a:schemeClr val="accent1">
                              <a:lumMod val="25000"/>
                            </a:schemeClr>
                          </a:solidFill>
                        </a:rPr>
                        <a:t>The team may</a:t>
                      </a:r>
                      <a:r>
                        <a:rPr lang="en-US" sz="2800" baseline="0" dirty="0" smtClean="0">
                          <a:solidFill>
                            <a:schemeClr val="accent1">
                              <a:lumMod val="25000"/>
                            </a:schemeClr>
                          </a:solidFill>
                        </a:rPr>
                        <a:t> set ground rules for the process. </a:t>
                      </a:r>
                      <a:endParaRPr lang="en-US" sz="2800" dirty="0">
                        <a:solidFill>
                          <a:schemeClr val="accent1">
                            <a:lumMod val="25000"/>
                          </a:schemeClr>
                        </a:solidFill>
                      </a:endParaRPr>
                    </a:p>
                  </a:txBody>
                  <a:tcPr marL="85874" marR="85874" anchor="ctr"/>
                </a:tc>
              </a:tr>
              <a:tr h="959766">
                <a:tc vMerge="1">
                  <a:tcPr/>
                </a:tc>
                <a:tc>
                  <a:txBody>
                    <a:bodyPr/>
                    <a:lstStyle/>
                    <a:p>
                      <a:pPr marL="514350" indent="-274320">
                        <a:buFont typeface="Arial" panose="020B0604020202020204" pitchFamily="34" charset="0"/>
                        <a:buChar char="•"/>
                      </a:pPr>
                      <a:r>
                        <a:rPr lang="en-US" sz="2800" dirty="0" smtClean="0">
                          <a:solidFill>
                            <a:schemeClr val="accent1">
                              <a:lumMod val="25000"/>
                            </a:schemeClr>
                          </a:solidFill>
                        </a:rPr>
                        <a:t>Discussions</a:t>
                      </a:r>
                      <a:r>
                        <a:rPr lang="en-US" sz="2800" baseline="0" dirty="0" smtClean="0">
                          <a:solidFill>
                            <a:schemeClr val="accent1">
                              <a:lumMod val="25000"/>
                            </a:schemeClr>
                          </a:solidFill>
                        </a:rPr>
                        <a:t> about the project scope, goals, and timeframe begin.</a:t>
                      </a:r>
                      <a:endParaRPr lang="en-US" sz="2800" dirty="0">
                        <a:solidFill>
                          <a:schemeClr val="accent1">
                            <a:lumMod val="25000"/>
                          </a:schemeClr>
                        </a:solidFill>
                      </a:endParaRPr>
                    </a:p>
                  </a:txBody>
                  <a:tcPr marL="85874" marR="85874"/>
                </a:tc>
              </a:tr>
              <a:tr h="1398516">
                <a:tc vMerge="1">
                  <a:tcPr/>
                </a:tc>
                <a:tc>
                  <a:txBody>
                    <a:bodyPr/>
                    <a:lstStyle/>
                    <a:p>
                      <a:pPr marL="457200" marR="0" lvl="1" indent="0" algn="l" defTabSz="914400" rtl="0" eaLnBrk="1" fontAlgn="auto" latinLnBrk="0" hangingPunct="1">
                        <a:lnSpc>
                          <a:spcPct val="100000"/>
                        </a:lnSpc>
                        <a:spcBef>
                          <a:spcPts val="0"/>
                        </a:spcBef>
                        <a:spcAft>
                          <a:spcPts val="0"/>
                        </a:spcAft>
                        <a:buClrTx/>
                        <a:buSzTx/>
                        <a:buFontTx/>
                        <a:buNone/>
                        <a:defRPr/>
                      </a:pPr>
                      <a:r>
                        <a:rPr lang="en-US" sz="3200" i="1" dirty="0" smtClean="0">
                          <a:solidFill>
                            <a:schemeClr val="accent1">
                              <a:lumMod val="25000"/>
                            </a:schemeClr>
                          </a:solidFill>
                        </a:rPr>
                        <a:t>The Forming stage includes polite but not deep conversation.</a:t>
                      </a:r>
                      <a:endParaRPr lang="en-US" sz="3200" i="1" dirty="0" smtClean="0">
                        <a:solidFill>
                          <a:schemeClr val="accent1">
                            <a:lumMod val="25000"/>
                          </a:schemeClr>
                        </a:solidFill>
                      </a:endParaRPr>
                    </a:p>
                    <a:p>
                      <a:endParaRPr lang="en-US" sz="3200" dirty="0">
                        <a:solidFill>
                          <a:schemeClr val="accent1">
                            <a:lumMod val="25000"/>
                          </a:schemeClr>
                        </a:solidFill>
                      </a:endParaRPr>
                    </a:p>
                  </a:txBody>
                  <a:tcPr marL="85874" marR="85874"/>
                </a:tc>
              </a:tr>
            </a:tbl>
          </a:graphicData>
        </a:graphic>
      </p:graphicFrame>
      <p:sp>
        <p:nvSpPr>
          <p:cNvPr id="2" name="Title 1"/>
          <p:cNvSpPr>
            <a:spLocks noGrp="1"/>
          </p:cNvSpPr>
          <p:nvPr>
            <p:ph type="title" idx="4294967295"/>
          </p:nvPr>
        </p:nvSpPr>
        <p:spPr>
          <a:xfrm>
            <a:off x="1581150" y="1216025"/>
            <a:ext cx="3003550" cy="563563"/>
          </a:xfrm>
          <a:prstGeom prst="rect">
            <a:avLst/>
          </a:prstGeom>
        </p:spPr>
        <p:txBody>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sz="44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Forming</a:t>
            </a:r>
            <a:endParaRPr kumimoji="0" lang="en-US" sz="44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pic>
        <p:nvPicPr>
          <p:cNvPr id="25610" name="Picture 6" descr="NSN-seeds.png"/>
          <p:cNvPicPr>
            <a:picLocks noChangeAspect="1"/>
          </p:cNvPicPr>
          <p:nvPr/>
        </p:nvPicPr>
        <p:blipFill>
          <a:blip r:embed="rId1"/>
          <a:stretch>
            <a:fillRect/>
          </a:stretch>
        </p:blipFill>
        <p:spPr>
          <a:xfrm>
            <a:off x="250825" y="801688"/>
            <a:ext cx="1131888" cy="1576387"/>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626" name="Content Placeholder 3" descr="NSN-plant.png"/>
          <p:cNvPicPr>
            <a:picLocks noGrp="1" noChangeAspect="1"/>
          </p:cNvPicPr>
          <p:nvPr>
            <p:ph idx="1" hasCustomPrompt="1"/>
          </p:nvPr>
        </p:nvPicPr>
        <p:blipFill>
          <a:blip r:embed="rId1"/>
          <a:stretch>
            <a:fillRect/>
          </a:stretch>
        </p:blipFill>
        <p:spPr>
          <a:xfrm>
            <a:off x="384175" y="800100"/>
            <a:ext cx="1219200" cy="1457325"/>
          </a:xfrm>
          <a:noFill/>
          <a:ln>
            <a:noFill/>
          </a:ln>
        </p:spPr>
      </p:pic>
      <p:sp>
        <p:nvSpPr>
          <p:cNvPr id="2" name="Title 1"/>
          <p:cNvSpPr>
            <a:spLocks noGrp="1"/>
          </p:cNvSpPr>
          <p:nvPr>
            <p:ph type="title" idx="4294967295"/>
          </p:nvPr>
        </p:nvSpPr>
        <p:spPr>
          <a:xfrm>
            <a:off x="1692275" y="1109663"/>
            <a:ext cx="2892425" cy="563563"/>
          </a:xfrm>
          <a:prstGeom prst="rect">
            <a:avLst/>
          </a:prstGeom>
        </p:spPr>
        <p:txBody>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sz="44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Storming</a:t>
            </a:r>
            <a:endParaRPr kumimoji="0" lang="en-US" sz="44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
        <p:nvSpPr>
          <p:cNvPr id="7" name="TextBox 6"/>
          <p:cNvSpPr txBox="1"/>
          <p:nvPr/>
        </p:nvSpPr>
        <p:spPr>
          <a:xfrm>
            <a:off x="365125" y="2457450"/>
            <a:ext cx="8451850" cy="4246563"/>
          </a:xfrm>
          <a:prstGeom prst="rect">
            <a:avLst/>
          </a:prstGeom>
          <a:noFill/>
        </p:spPr>
        <p:txBody>
          <a:bodyPr>
            <a:spAutoFit/>
          </a:bodyPr>
          <a:lstStyle/>
          <a:p>
            <a:pPr marL="514350" marR="0" indent="-274320" defTabSz="457200" fontAlgn="t">
              <a:buClrTx/>
              <a:buSzTx/>
              <a:buFont typeface="Arial" panose="020B0604020202020204" pitchFamily="34" charset="0"/>
              <a:buChar char="•"/>
              <a:defRPr/>
            </a:pPr>
            <a:r>
              <a:rPr kumimoji="0" lang="en-US" sz="2800" kern="1200" cap="none" spc="0" normalizeH="0" baseline="0" noProof="0" dirty="0">
                <a:solidFill>
                  <a:schemeClr val="accent1">
                    <a:lumMod val="25000"/>
                  </a:schemeClr>
                </a:solidFill>
                <a:latin typeface="+mn-lt"/>
                <a:ea typeface="MS PGothic" panose="020B0600070205080204" pitchFamily="34" charset="-128"/>
                <a:cs typeface="+mn-cs"/>
              </a:rPr>
              <a:t>Members may compete for leadership of the group.</a:t>
            </a:r>
            <a:endParaRPr kumimoji="0" lang="en-US" sz="2800" kern="1200" cap="none" spc="0" normalizeH="0" baseline="0" noProof="0" dirty="0">
              <a:solidFill>
                <a:schemeClr val="accent1">
                  <a:lumMod val="25000"/>
                </a:schemeClr>
              </a:solidFill>
              <a:latin typeface="+mn-lt"/>
              <a:ea typeface="MS PGothic" panose="020B0600070205080204" pitchFamily="34" charset="-128"/>
              <a:cs typeface="+mn-cs"/>
            </a:endParaRPr>
          </a:p>
          <a:p>
            <a:pPr marL="514350" marR="0" indent="-274320" defTabSz="457200" fontAlgn="ctr">
              <a:buClrTx/>
              <a:buSzTx/>
              <a:buFont typeface="Arial" panose="020B0604020202020204" pitchFamily="34" charset="0"/>
              <a:buChar char="•"/>
              <a:defRPr/>
            </a:pPr>
            <a:r>
              <a:rPr kumimoji="0" lang="en-US" sz="2800" kern="1200" cap="none" spc="0" normalizeH="0" baseline="0" noProof="0" dirty="0">
                <a:solidFill>
                  <a:schemeClr val="accent1">
                    <a:lumMod val="25000"/>
                  </a:schemeClr>
                </a:solidFill>
                <a:latin typeface="+mn-lt"/>
                <a:ea typeface="MS PGothic" panose="020B0600070205080204" pitchFamily="34" charset="-128"/>
                <a:cs typeface="+mn-cs"/>
              </a:rPr>
              <a:t>Conflicting ideas are expressed.</a:t>
            </a:r>
            <a:endParaRPr kumimoji="0" lang="en-US" sz="2800" kern="1200" cap="none" spc="0" normalizeH="0" baseline="0" noProof="0" dirty="0">
              <a:solidFill>
                <a:schemeClr val="accent1">
                  <a:lumMod val="25000"/>
                </a:schemeClr>
              </a:solidFill>
              <a:latin typeface="+mn-lt"/>
              <a:ea typeface="MS PGothic" panose="020B0600070205080204" pitchFamily="34" charset="-128"/>
              <a:cs typeface="+mn-cs"/>
            </a:endParaRPr>
          </a:p>
          <a:p>
            <a:pPr marL="514350" marR="0" indent="-274320" defTabSz="457200" fontAlgn="t">
              <a:buClrTx/>
              <a:buSzTx/>
              <a:buFont typeface="Arial" panose="020B0604020202020204" pitchFamily="34" charset="0"/>
              <a:buChar char="•"/>
              <a:defRPr/>
            </a:pPr>
            <a:r>
              <a:rPr kumimoji="0" lang="en-US" sz="2800" kern="1200" cap="none" spc="0" normalizeH="0" baseline="0" noProof="0" dirty="0">
                <a:solidFill>
                  <a:schemeClr val="accent1">
                    <a:lumMod val="25000"/>
                  </a:schemeClr>
                </a:solidFill>
                <a:latin typeface="+mn-lt"/>
                <a:ea typeface="MS PGothic" panose="020B0600070205080204" pitchFamily="34" charset="-128"/>
                <a:cs typeface="+mn-cs"/>
              </a:rPr>
              <a:t>Some members speak little; others dominate the discussion.</a:t>
            </a:r>
            <a:endParaRPr kumimoji="0" lang="en-US" sz="2800" kern="1200" cap="none" spc="0" normalizeH="0" baseline="0" noProof="0" dirty="0">
              <a:solidFill>
                <a:schemeClr val="accent1">
                  <a:lumMod val="25000"/>
                </a:schemeClr>
              </a:solidFill>
              <a:latin typeface="+mn-lt"/>
              <a:ea typeface="MS PGothic" panose="020B0600070205080204" pitchFamily="34" charset="-128"/>
              <a:cs typeface="+mn-cs"/>
            </a:endParaRPr>
          </a:p>
          <a:p>
            <a:pPr marL="514350" marR="0" indent="-274320" defTabSz="457200" fontAlgn="t">
              <a:buClrTx/>
              <a:buSzTx/>
              <a:buFont typeface="Arial" panose="020B0604020202020204" pitchFamily="34" charset="0"/>
              <a:buChar char="•"/>
              <a:defRPr/>
            </a:pPr>
            <a:r>
              <a:rPr kumimoji="0" lang="en-US" sz="2800" kern="1200" cap="none" spc="0" normalizeH="0" baseline="0" noProof="0" dirty="0">
                <a:solidFill>
                  <a:schemeClr val="accent1">
                    <a:lumMod val="25000"/>
                  </a:schemeClr>
                </a:solidFill>
                <a:latin typeface="+mn-lt"/>
                <a:ea typeface="MS PGothic" panose="020B0600070205080204" pitchFamily="34" charset="-128"/>
                <a:cs typeface="+mn-cs"/>
              </a:rPr>
              <a:t>Members argue about how to accomplish project goals and how to measure success.</a:t>
            </a:r>
            <a:endParaRPr kumimoji="0" lang="en-US" sz="2800" kern="1200" cap="none" spc="0" normalizeH="0" baseline="0" noProof="0" dirty="0">
              <a:solidFill>
                <a:schemeClr val="accent1">
                  <a:lumMod val="25000"/>
                </a:schemeClr>
              </a:solidFill>
              <a:latin typeface="+mn-lt"/>
              <a:ea typeface="MS PGothic" panose="020B0600070205080204" pitchFamily="34" charset="-128"/>
              <a:cs typeface="+mn-cs"/>
            </a:endParaRPr>
          </a:p>
          <a:p>
            <a:pPr marL="457200" marR="0" lvl="1" indent="0" algn="l" defTabSz="457200" rtl="0" eaLnBrk="1" fontAlgn="t" latinLnBrk="0" hangingPunct="1">
              <a:lnSpc>
                <a:spcPct val="100000"/>
              </a:lnSpc>
              <a:spcBef>
                <a:spcPts val="1200"/>
              </a:spcBef>
              <a:spcAft>
                <a:spcPct val="0"/>
              </a:spcAft>
              <a:buClrTx/>
              <a:buSzTx/>
              <a:buFontTx/>
              <a:buNone/>
              <a:defRPr/>
            </a:pPr>
            <a:r>
              <a:rPr kumimoji="0" lang="en-US" sz="3200" b="0" i="1" u="none" strike="noStrike" kern="1200" cap="none" spc="0" normalizeH="0" baseline="0" noProof="0" dirty="0">
                <a:ln>
                  <a:noFill/>
                </a:ln>
                <a:solidFill>
                  <a:schemeClr val="accent1">
                    <a:lumMod val="25000"/>
                  </a:schemeClr>
                </a:solidFill>
                <a:effectLst/>
                <a:uLnTx/>
                <a:uFillTx/>
                <a:latin typeface="+mn-lt"/>
                <a:ea typeface="MS PGothic" panose="020B0600070205080204" pitchFamily="34" charset="-128"/>
                <a:cs typeface="+mn-cs"/>
              </a:rPr>
              <a:t>The Storming stage is uncomfortable, but entirely normal</a:t>
            </a:r>
            <a:r>
              <a:rPr kumimoji="0" lang="en-US" sz="3200" b="0" i="0" u="none" strike="noStrike" kern="1200" cap="none" spc="0" normalizeH="0" baseline="0" noProof="0" dirty="0">
                <a:ln>
                  <a:noFill/>
                </a:ln>
                <a:solidFill>
                  <a:schemeClr val="accent1">
                    <a:lumMod val="25000"/>
                  </a:schemeClr>
                </a:solidFill>
                <a:effectLst/>
                <a:uLnTx/>
                <a:uFillTx/>
                <a:latin typeface="+mn-lt"/>
                <a:ea typeface="MS PGothic" panose="020B0600070205080204" pitchFamily="34" charset="-128"/>
                <a:cs typeface="+mn-cs"/>
              </a:rPr>
              <a:t>.</a:t>
            </a:r>
            <a:endParaRPr kumimoji="0" lang="en-US" sz="3200" b="0" i="0" u="none" strike="noStrike" kern="1200" cap="none" spc="0" normalizeH="0" baseline="0" noProof="0" dirty="0">
              <a:ln>
                <a:noFill/>
              </a:ln>
              <a:solidFill>
                <a:schemeClr val="accent1">
                  <a:lumMod val="25000"/>
                </a:schemeClr>
              </a:solidFill>
              <a:effectLst/>
              <a:uLnTx/>
              <a:uFillTx/>
              <a:latin typeface="+mn-lt"/>
              <a:ea typeface="MS PGothic" panose="020B0600070205080204" pitchFamily="34" charset="-128"/>
              <a:cs typeface="+mn-cs"/>
            </a:endParaRPr>
          </a:p>
          <a:p>
            <a:pPr marR="0" defTabSz="457200">
              <a:buClrTx/>
              <a:buSzTx/>
              <a:buFontTx/>
              <a:buNone/>
              <a:defRPr/>
            </a:pPr>
            <a:endParaRPr kumimoji="0" lang="en-US" sz="2800" kern="1200" cap="none" spc="0" normalizeH="0" baseline="0" noProof="0" dirty="0">
              <a:latin typeface="Arial" panose="020B0604020202020204" pitchFamily="34" charset="0"/>
              <a:ea typeface="MS PGothic" panose="020B0600070205080204" pitchFamily="34" charset="-128"/>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idx="4294967295"/>
          </p:nvPr>
        </p:nvSpPr>
        <p:spPr>
          <a:xfrm>
            <a:off x="2084388" y="1196975"/>
            <a:ext cx="2500313" cy="563563"/>
          </a:xfrm>
          <a:prstGeom prst="rect">
            <a:avLst/>
          </a:prstGeom>
        </p:spPr>
        <p:txBody>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sz="44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Norming</a:t>
            </a:r>
            <a:endParaRPr kumimoji="0" lang="en-US" sz="44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pic>
        <p:nvPicPr>
          <p:cNvPr id="28675" name="Content Placeholder 5" descr="NSN-tree_001.png"/>
          <p:cNvPicPr>
            <a:picLocks noChangeAspect="1"/>
          </p:cNvPicPr>
          <p:nvPr/>
        </p:nvPicPr>
        <p:blipFill>
          <a:blip r:embed="rId1"/>
          <a:stretch>
            <a:fillRect/>
          </a:stretch>
        </p:blipFill>
        <p:spPr>
          <a:xfrm>
            <a:off x="342900" y="800100"/>
            <a:ext cx="1620838" cy="1568450"/>
          </a:xfrm>
          <a:prstGeom prst="rect">
            <a:avLst/>
          </a:prstGeom>
          <a:noFill/>
          <a:ln w="9525">
            <a:noFill/>
          </a:ln>
        </p:spPr>
      </p:pic>
      <p:sp>
        <p:nvSpPr>
          <p:cNvPr id="9" name="TextBox 8"/>
          <p:cNvSpPr txBox="1"/>
          <p:nvPr/>
        </p:nvSpPr>
        <p:spPr>
          <a:xfrm>
            <a:off x="433388" y="2541588"/>
            <a:ext cx="7199313" cy="3970338"/>
          </a:xfrm>
          <a:prstGeom prst="rect">
            <a:avLst/>
          </a:prstGeom>
          <a:noFill/>
        </p:spPr>
        <p:txBody>
          <a:bodyPr>
            <a:spAutoFit/>
          </a:bodyPr>
          <a:lstStyle/>
          <a:p>
            <a:pPr marL="514350" marR="0" indent="-274320" defTabSz="457200" fontAlgn="ctr">
              <a:buClrTx/>
              <a:buSzTx/>
              <a:buFont typeface="Arial" panose="020B0604020202020204" pitchFamily="34" charset="0"/>
              <a:buChar char="•"/>
              <a:defRPr/>
            </a:pPr>
            <a:r>
              <a:rPr kumimoji="0" lang="en-US" sz="2800" kern="1200" cap="none" spc="0" normalizeH="0" baseline="0" noProof="0" dirty="0">
                <a:solidFill>
                  <a:schemeClr val="accent1">
                    <a:lumMod val="10000"/>
                  </a:schemeClr>
                </a:solidFill>
                <a:latin typeface="+mn-lt"/>
                <a:ea typeface="MS PGothic" panose="020B0600070205080204" pitchFamily="34" charset="-128"/>
                <a:cs typeface="+mn-cs"/>
              </a:rPr>
              <a:t>Members reconcile differences.</a:t>
            </a:r>
            <a:endParaRPr kumimoji="0" lang="en-US" sz="2800" kern="1200" cap="none" spc="0" normalizeH="0" baseline="0" noProof="0" dirty="0">
              <a:solidFill>
                <a:schemeClr val="accent1">
                  <a:lumMod val="10000"/>
                </a:schemeClr>
              </a:solidFill>
              <a:latin typeface="+mn-lt"/>
              <a:ea typeface="MS PGothic" panose="020B0600070205080204" pitchFamily="34" charset="-128"/>
              <a:cs typeface="+mn-cs"/>
            </a:endParaRPr>
          </a:p>
          <a:p>
            <a:pPr marL="514350" marR="0" indent="-274320" defTabSz="457200" fontAlgn="ctr">
              <a:buClrTx/>
              <a:buSzTx/>
              <a:buFont typeface="Arial" panose="020B0604020202020204" pitchFamily="34" charset="0"/>
              <a:buChar char="•"/>
              <a:defRPr/>
            </a:pPr>
            <a:r>
              <a:rPr kumimoji="0" lang="en-US" sz="2800" kern="1200" cap="none" spc="0" normalizeH="0" baseline="0" noProof="0" dirty="0">
                <a:solidFill>
                  <a:schemeClr val="accent1">
                    <a:lumMod val="10000"/>
                  </a:schemeClr>
                </a:solidFill>
                <a:latin typeface="+mn-lt"/>
                <a:ea typeface="MS PGothic" panose="020B0600070205080204" pitchFamily="34" charset="-128"/>
                <a:cs typeface="+mn-cs"/>
              </a:rPr>
              <a:t>Members now feel part of a productive group.</a:t>
            </a:r>
            <a:endParaRPr kumimoji="0" lang="en-US" sz="2800" kern="1200" cap="none" spc="0" normalizeH="0" baseline="0" noProof="0" dirty="0">
              <a:solidFill>
                <a:schemeClr val="accent1">
                  <a:lumMod val="10000"/>
                </a:schemeClr>
              </a:solidFill>
              <a:latin typeface="+mn-lt"/>
              <a:ea typeface="MS PGothic" panose="020B0600070205080204" pitchFamily="34" charset="-128"/>
              <a:cs typeface="+mn-cs"/>
            </a:endParaRPr>
          </a:p>
          <a:p>
            <a:pPr marL="514350" marR="0" indent="-274320" defTabSz="457200" fontAlgn="t">
              <a:buClrTx/>
              <a:buSzTx/>
              <a:buFont typeface="Arial" panose="020B0604020202020204" pitchFamily="34" charset="0"/>
              <a:buChar char="•"/>
              <a:defRPr/>
            </a:pPr>
            <a:r>
              <a:rPr kumimoji="0" lang="en-US" sz="2800" kern="1200" cap="none" spc="0" normalizeH="0" baseline="0" noProof="0" dirty="0">
                <a:solidFill>
                  <a:schemeClr val="accent1">
                    <a:lumMod val="10000"/>
                  </a:schemeClr>
                </a:solidFill>
                <a:latin typeface="+mn-lt"/>
                <a:ea typeface="MS PGothic" panose="020B0600070205080204" pitchFamily="34" charset="-128"/>
                <a:cs typeface="+mn-cs"/>
              </a:rPr>
              <a:t>The team reaches agreement on goals and how to achieve them.</a:t>
            </a:r>
            <a:endParaRPr kumimoji="0" lang="en-US" sz="2800" kern="1200" cap="none" spc="0" normalizeH="0" baseline="0" noProof="0" dirty="0">
              <a:solidFill>
                <a:schemeClr val="accent1">
                  <a:lumMod val="10000"/>
                </a:schemeClr>
              </a:solidFill>
              <a:latin typeface="+mn-lt"/>
              <a:ea typeface="MS PGothic" panose="020B0600070205080204" pitchFamily="34" charset="-128"/>
              <a:cs typeface="+mn-cs"/>
            </a:endParaRPr>
          </a:p>
          <a:p>
            <a:pPr marL="514350" marR="0" indent="-274320" defTabSz="457200" fontAlgn="ctr">
              <a:buClrTx/>
              <a:buSzTx/>
              <a:buFont typeface="Arial" panose="020B0604020202020204" pitchFamily="34" charset="0"/>
              <a:buChar char="•"/>
              <a:defRPr/>
            </a:pPr>
            <a:r>
              <a:rPr kumimoji="0" lang="en-US" sz="2800" kern="1200" cap="none" spc="0" normalizeH="0" baseline="0" noProof="0" dirty="0">
                <a:solidFill>
                  <a:schemeClr val="accent1">
                    <a:lumMod val="10000"/>
                  </a:schemeClr>
                </a:solidFill>
                <a:latin typeface="+mn-lt"/>
                <a:ea typeface="MS PGothic" panose="020B0600070205080204" pitchFamily="34" charset="-128"/>
                <a:cs typeface="+mn-cs"/>
              </a:rPr>
              <a:t>Information is freely shared.</a:t>
            </a:r>
            <a:endParaRPr kumimoji="0" lang="en-US" sz="2800" kern="1200" cap="none" spc="0" normalizeH="0" baseline="0" noProof="0" dirty="0">
              <a:solidFill>
                <a:schemeClr val="accent1">
                  <a:lumMod val="10000"/>
                </a:schemeClr>
              </a:solidFill>
              <a:latin typeface="+mn-lt"/>
              <a:ea typeface="MS PGothic" panose="020B0600070205080204" pitchFamily="34" charset="-128"/>
              <a:cs typeface="+mn-cs"/>
            </a:endParaRPr>
          </a:p>
          <a:p>
            <a:pPr marL="457200" marR="0" lvl="1" indent="0" algn="l" defTabSz="457200" rtl="0" eaLnBrk="1" fontAlgn="t" latinLnBrk="0" hangingPunct="1">
              <a:lnSpc>
                <a:spcPct val="100000"/>
              </a:lnSpc>
              <a:spcBef>
                <a:spcPts val="1200"/>
              </a:spcBef>
              <a:spcAft>
                <a:spcPct val="0"/>
              </a:spcAft>
              <a:buClrTx/>
              <a:buSzTx/>
              <a:buFontTx/>
              <a:buNone/>
              <a:defRPr/>
            </a:pPr>
            <a:r>
              <a:rPr kumimoji="0" lang="en-US" sz="2800" b="0" i="1" u="none" strike="noStrike" kern="1200" cap="none" spc="0" normalizeH="0" baseline="0" noProof="0" dirty="0">
                <a:ln>
                  <a:noFill/>
                </a:ln>
                <a:solidFill>
                  <a:schemeClr val="accent1">
                    <a:lumMod val="10000"/>
                  </a:schemeClr>
                </a:solidFill>
                <a:effectLst/>
                <a:uLnTx/>
                <a:uFillTx/>
                <a:latin typeface="+mn-lt"/>
                <a:ea typeface="MS PGothic" panose="020B0600070205080204" pitchFamily="34" charset="-128"/>
                <a:cs typeface="+mn-cs"/>
              </a:rPr>
              <a:t>During the </a:t>
            </a:r>
            <a:r>
              <a:rPr kumimoji="0" lang="en-US" sz="2800" b="0" i="1" u="none" strike="noStrike" kern="1200" cap="none" spc="0" normalizeH="0" baseline="0" noProof="0" dirty="0" err="1">
                <a:ln>
                  <a:noFill/>
                </a:ln>
                <a:solidFill>
                  <a:schemeClr val="accent1">
                    <a:lumMod val="10000"/>
                  </a:schemeClr>
                </a:solidFill>
                <a:effectLst/>
                <a:uLnTx/>
                <a:uFillTx/>
                <a:latin typeface="+mn-lt"/>
                <a:ea typeface="MS PGothic" panose="020B0600070205080204" pitchFamily="34" charset="-128"/>
                <a:cs typeface="+mn-cs"/>
              </a:rPr>
              <a:t>Norming</a:t>
            </a:r>
            <a:r>
              <a:rPr kumimoji="0" lang="en-US" sz="2800" b="0" i="1" u="none" strike="noStrike" kern="1200" cap="none" spc="0" normalizeH="0" baseline="0" noProof="0" dirty="0">
                <a:ln>
                  <a:noFill/>
                </a:ln>
                <a:solidFill>
                  <a:schemeClr val="accent1">
                    <a:lumMod val="10000"/>
                  </a:schemeClr>
                </a:solidFill>
                <a:effectLst/>
                <a:uLnTx/>
                <a:uFillTx/>
                <a:latin typeface="+mn-lt"/>
                <a:ea typeface="MS PGothic" panose="020B0600070205080204" pitchFamily="34" charset="-128"/>
                <a:cs typeface="+mn-cs"/>
              </a:rPr>
              <a:t> stage, teams begin to make significant progress.</a:t>
            </a:r>
            <a:endParaRPr kumimoji="0" lang="en-US" sz="2800" b="0" i="0" u="none" strike="noStrike" kern="1200" cap="none" spc="0" normalizeH="0" baseline="0" noProof="0" dirty="0">
              <a:ln>
                <a:noFill/>
              </a:ln>
              <a:solidFill>
                <a:schemeClr val="accent1">
                  <a:lumMod val="10000"/>
                </a:schemeClr>
              </a:solidFill>
              <a:effectLst/>
              <a:uLnTx/>
              <a:uFillTx/>
              <a:latin typeface="+mn-lt"/>
              <a:ea typeface="MS PGothic" panose="020B0600070205080204" pitchFamily="34" charset="-128"/>
              <a:cs typeface="+mn-cs"/>
            </a:endParaRPr>
          </a:p>
          <a:p>
            <a:pPr marR="0" defTabSz="457200">
              <a:buClrTx/>
              <a:buSzTx/>
              <a:buFontTx/>
              <a:buNone/>
              <a:defRPr/>
            </a:pPr>
            <a:endParaRPr kumimoji="0" lang="en-US" kern="1200" cap="none" spc="0" normalizeH="0" baseline="0" noProof="0" dirty="0">
              <a:latin typeface="Arial" panose="020B0604020202020204" pitchFamily="34" charset="0"/>
              <a:ea typeface="MS PGothic" panose="020B0600070205080204" pitchFamily="34" charset="-128"/>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idx="4294967295"/>
          </p:nvPr>
        </p:nvSpPr>
        <p:spPr>
          <a:xfrm>
            <a:off x="1871663" y="1109663"/>
            <a:ext cx="3051175" cy="563563"/>
          </a:xfrm>
          <a:prstGeom prst="rect">
            <a:avLst/>
          </a:prstGeom>
        </p:spPr>
        <p:txBody>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sz="44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Performing</a:t>
            </a:r>
            <a:endParaRPr kumimoji="0" lang="en-US" sz="44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
        <p:nvSpPr>
          <p:cNvPr id="8" name="TextBox 7"/>
          <p:cNvSpPr txBox="1"/>
          <p:nvPr/>
        </p:nvSpPr>
        <p:spPr>
          <a:xfrm>
            <a:off x="317500" y="2454275"/>
            <a:ext cx="7177088" cy="3970338"/>
          </a:xfrm>
          <a:prstGeom prst="rect">
            <a:avLst/>
          </a:prstGeom>
          <a:noFill/>
        </p:spPr>
        <p:txBody>
          <a:bodyPr>
            <a:spAutoFit/>
          </a:bodyPr>
          <a:lstStyle/>
          <a:p>
            <a:pPr marL="514350" marR="0" indent="-274320" defTabSz="457200" fontAlgn="ctr">
              <a:buClrTx/>
              <a:buSzTx/>
              <a:buFont typeface="Arial" panose="020B0604020202020204" pitchFamily="34" charset="0"/>
              <a:buChar char="•"/>
              <a:defRPr/>
            </a:pPr>
            <a:r>
              <a:rPr kumimoji="0" lang="en-US" sz="2800" kern="1200" cap="none" spc="0" normalizeH="0" baseline="0" noProof="0" dirty="0">
                <a:solidFill>
                  <a:schemeClr val="accent1">
                    <a:lumMod val="10000"/>
                  </a:schemeClr>
                </a:solidFill>
                <a:latin typeface="+mn-lt"/>
                <a:ea typeface="MS PGothic" panose="020B0600070205080204" pitchFamily="34" charset="-128"/>
                <a:cs typeface="+mn-cs"/>
              </a:rPr>
              <a:t>Members understand their roles and trust one another to complete tasks.</a:t>
            </a:r>
            <a:endParaRPr kumimoji="0" lang="en-US" sz="2800" kern="1200" cap="none" spc="0" normalizeH="0" baseline="0" noProof="0" dirty="0">
              <a:solidFill>
                <a:schemeClr val="accent1">
                  <a:lumMod val="10000"/>
                </a:schemeClr>
              </a:solidFill>
              <a:latin typeface="+mn-lt"/>
              <a:ea typeface="MS PGothic" panose="020B0600070205080204" pitchFamily="34" charset="-128"/>
              <a:cs typeface="+mn-cs"/>
            </a:endParaRPr>
          </a:p>
          <a:p>
            <a:pPr marL="514350" marR="0" indent="-274320" defTabSz="457200" fontAlgn="ctr">
              <a:buClrTx/>
              <a:buSzTx/>
              <a:buFont typeface="Arial" panose="020B0604020202020204" pitchFamily="34" charset="0"/>
              <a:buChar char="•"/>
              <a:defRPr/>
            </a:pPr>
            <a:r>
              <a:rPr kumimoji="0" lang="en-US" sz="2800" kern="1200" cap="none" spc="0" normalizeH="0" baseline="0" noProof="0" dirty="0">
                <a:solidFill>
                  <a:schemeClr val="accent1">
                    <a:lumMod val="10000"/>
                  </a:schemeClr>
                </a:solidFill>
                <a:latin typeface="+mn-lt"/>
                <a:ea typeface="MS PGothic" panose="020B0600070205080204" pitchFamily="34" charset="-128"/>
                <a:cs typeface="+mn-cs"/>
              </a:rPr>
              <a:t>Obstacles are easily overcome.</a:t>
            </a:r>
            <a:endParaRPr kumimoji="0" lang="en-US" sz="2800" kern="1200" cap="none" spc="0" normalizeH="0" baseline="0" noProof="0" dirty="0">
              <a:solidFill>
                <a:schemeClr val="accent1">
                  <a:lumMod val="10000"/>
                </a:schemeClr>
              </a:solidFill>
              <a:latin typeface="+mn-lt"/>
              <a:ea typeface="MS PGothic" panose="020B0600070205080204" pitchFamily="34" charset="-128"/>
              <a:cs typeface="+mn-cs"/>
            </a:endParaRPr>
          </a:p>
          <a:p>
            <a:pPr marL="514350" marR="0" indent="-274320" defTabSz="457200" fontAlgn="t">
              <a:buClrTx/>
              <a:buSzTx/>
              <a:buFont typeface="Arial" panose="020B0604020202020204" pitchFamily="34" charset="0"/>
              <a:buChar char="•"/>
              <a:defRPr/>
            </a:pPr>
            <a:r>
              <a:rPr kumimoji="0" lang="en-US" sz="2800" kern="1200" cap="none" spc="0" normalizeH="0" baseline="0" noProof="0" dirty="0">
                <a:solidFill>
                  <a:schemeClr val="accent1">
                    <a:lumMod val="10000"/>
                  </a:schemeClr>
                </a:solidFill>
                <a:latin typeface="+mn-lt"/>
                <a:ea typeface="MS PGothic" panose="020B0600070205080204" pitchFamily="34" charset="-128"/>
                <a:cs typeface="+mn-cs"/>
              </a:rPr>
              <a:t>Productivity is high; each member contributes his/her skills and knowledge.</a:t>
            </a:r>
            <a:endParaRPr kumimoji="0" lang="en-US" sz="2800" kern="1200" cap="none" spc="0" normalizeH="0" baseline="0" noProof="0" dirty="0">
              <a:solidFill>
                <a:schemeClr val="accent1">
                  <a:lumMod val="10000"/>
                </a:schemeClr>
              </a:solidFill>
              <a:latin typeface="+mn-lt"/>
              <a:ea typeface="MS PGothic" panose="020B0600070205080204" pitchFamily="34" charset="-128"/>
              <a:cs typeface="+mn-cs"/>
            </a:endParaRPr>
          </a:p>
          <a:p>
            <a:pPr marL="457200" marR="0" lvl="1" indent="0" algn="l" defTabSz="457200" rtl="0" eaLnBrk="1" fontAlgn="auto" latinLnBrk="0" hangingPunct="1">
              <a:lnSpc>
                <a:spcPct val="100000"/>
              </a:lnSpc>
              <a:spcBef>
                <a:spcPts val="1200"/>
              </a:spcBef>
              <a:spcAft>
                <a:spcPct val="0"/>
              </a:spcAft>
              <a:buClrTx/>
              <a:buSzTx/>
              <a:buFontTx/>
              <a:buNone/>
              <a:defRPr/>
            </a:pPr>
            <a:r>
              <a:rPr kumimoji="0" lang="en-US" sz="2800" b="0" i="1" u="none" strike="noStrike" kern="1200" cap="none" spc="0" normalizeH="0" baseline="0" noProof="0" dirty="0">
                <a:ln>
                  <a:noFill/>
                </a:ln>
                <a:solidFill>
                  <a:schemeClr val="accent1">
                    <a:lumMod val="10000"/>
                  </a:schemeClr>
                </a:solidFill>
                <a:effectLst/>
                <a:uLnTx/>
                <a:uFillTx/>
                <a:latin typeface="+mn-lt"/>
                <a:ea typeface="MS PGothic" panose="020B0600070205080204" pitchFamily="34" charset="-128"/>
                <a:cs typeface="+mn-cs"/>
              </a:rPr>
              <a:t>In the Performing stage, decision-making becomes easier because the group is truly functioning as a team.</a:t>
            </a:r>
            <a:endParaRPr kumimoji="0" lang="en-US" sz="2800" b="0" i="1" u="none" strike="noStrike" kern="1200" cap="none" spc="0" normalizeH="0" baseline="0" noProof="0" dirty="0">
              <a:ln>
                <a:noFill/>
              </a:ln>
              <a:solidFill>
                <a:schemeClr val="accent1">
                  <a:lumMod val="10000"/>
                </a:schemeClr>
              </a:solidFill>
              <a:effectLst/>
              <a:uLnTx/>
              <a:uFillTx/>
              <a:latin typeface="+mn-lt"/>
              <a:ea typeface="MS PGothic" panose="020B0600070205080204" pitchFamily="34" charset="-128"/>
              <a:cs typeface="+mn-cs"/>
            </a:endParaRPr>
          </a:p>
          <a:p>
            <a:pPr marR="0" defTabSz="457200">
              <a:buClrTx/>
              <a:buSzTx/>
              <a:buFontTx/>
              <a:buNone/>
              <a:defRPr/>
            </a:pPr>
            <a:endParaRPr kumimoji="0" lang="en-US" kern="1200" cap="none" spc="0" normalizeH="0" baseline="0" noProof="0" dirty="0">
              <a:latin typeface="Arial" panose="020B0604020202020204" pitchFamily="34" charset="0"/>
              <a:ea typeface="MS PGothic" panose="020B0600070205080204" pitchFamily="34" charset="-128"/>
              <a:cs typeface="+mn-cs"/>
            </a:endParaRPr>
          </a:p>
        </p:txBody>
      </p:sp>
      <p:pic>
        <p:nvPicPr>
          <p:cNvPr id="27652" name="Picture 2"/>
          <p:cNvPicPr>
            <a:picLocks noChangeAspect="1"/>
          </p:cNvPicPr>
          <p:nvPr/>
        </p:nvPicPr>
        <p:blipFill>
          <a:blip r:embed="rId1"/>
          <a:srcRect l="44156" r="36441"/>
          <a:stretch>
            <a:fillRect/>
          </a:stretch>
        </p:blipFill>
        <p:spPr>
          <a:xfrm>
            <a:off x="660400" y="407988"/>
            <a:ext cx="1062038" cy="1989137"/>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hasCustomPrompt="1"/>
          </p:nvPr>
        </p:nvSpPr>
        <p:spPr/>
        <p:txBody>
          <a:bodyPr/>
          <a:lstStyle/>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After goals are met, results evaluated and accomplishments acknowledged: </a:t>
            </a:r>
            <a:endPar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The team may be dismissed, </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The team may be assigned a new project, or</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Some members may leave the team and new members join for a new project.</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2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Arial" panose="020B0604020202020204"/>
            </a:endParaRPr>
          </a:p>
        </p:txBody>
      </p:sp>
      <p:sp>
        <p:nvSpPr>
          <p:cNvPr id="2" name="Title 1"/>
          <p:cNvSpPr>
            <a:spLocks noGrp="1"/>
          </p:cNvSpPr>
          <p:nvPr>
            <p:ph type="title" idx="4294967295"/>
          </p:nvPr>
        </p:nvSpPr>
        <p:spPr>
          <a:xfrm>
            <a:off x="153988" y="1071563"/>
            <a:ext cx="6265863" cy="563563"/>
          </a:xfrm>
          <a:prstGeom prst="rect">
            <a:avLst/>
          </a:prstGeom>
        </p:spPr>
        <p:txBody>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sz="44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Transforming/Adjourning</a:t>
            </a:r>
            <a:endParaRPr kumimoji="0" lang="en-US" sz="44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idx="4294967295"/>
          </p:nvPr>
        </p:nvSpPr>
        <p:spPr>
          <a:xfrm>
            <a:off x="1606550" y="4243388"/>
            <a:ext cx="7537450" cy="563563"/>
          </a:xfrm>
          <a:prstGeom prst="rect">
            <a:avLst/>
          </a:prstGeom>
        </p:spPr>
        <p:txBody>
          <a:bodyPr/>
          <a:lstStyle/>
          <a:p>
            <a:pPr marL="0" marR="0" lvl="0" indent="0" algn="ctr" defTabSz="457200" rtl="0" eaLnBrk="0" fontAlgn="base" latinLnBrk="0" hangingPunct="0">
              <a:lnSpc>
                <a:spcPct val="100000"/>
              </a:lnSpc>
              <a:spcBef>
                <a:spcPct val="0"/>
              </a:spcBef>
              <a:spcAft>
                <a:spcPct val="0"/>
              </a:spcAft>
              <a:buClrTx/>
              <a:buSzTx/>
              <a:buFontTx/>
              <a:buNone/>
              <a:defRPr/>
            </a:pPr>
            <a:r>
              <a:rPr kumimoji="0" lang="en-US" sz="4400" b="1" i="0" u="none" strike="noStrike" kern="1200" cap="none" spc="0" normalizeH="0" baseline="0" noProof="0" dirty="0" smtClean="0">
                <a:ln>
                  <a:noFill/>
                </a:ln>
                <a:solidFill>
                  <a:schemeClr val="accent1">
                    <a:lumMod val="10000"/>
                  </a:schemeClr>
                </a:solidFill>
                <a:effectLst/>
                <a:uLnTx/>
                <a:uFillTx/>
                <a:latin typeface="+mn-lt"/>
                <a:ea typeface="MS PGothic" panose="020B0600070205080204" pitchFamily="34" charset="-128"/>
                <a:cs typeface="MS PGothic" panose="020B0600070205080204" pitchFamily="34" charset="-128"/>
              </a:rPr>
              <a:t>MY TEAM IS NOT WORKING WELL TOGETHER</a:t>
            </a:r>
            <a:r>
              <a:rPr kumimoji="0" lang="en-US" sz="44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a:t>
            </a:r>
            <a:endParaRPr kumimoji="0" lang="en-US" sz="44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pic>
        <p:nvPicPr>
          <p:cNvPr id="30723" name="Picture 5" descr="C:\Documents and Settings\hcotner\Local Settings\Temporary Internet Files\Content.IE5\HSVXSVVK\MC900366354[1].wmf"/>
          <p:cNvPicPr>
            <a:picLocks noChangeAspect="1"/>
          </p:cNvPicPr>
          <p:nvPr/>
        </p:nvPicPr>
        <p:blipFill>
          <a:blip r:embed="rId1"/>
          <a:stretch>
            <a:fillRect/>
          </a:stretch>
        </p:blipFill>
        <p:spPr>
          <a:xfrm>
            <a:off x="3119438" y="1862138"/>
            <a:ext cx="2355850" cy="2352675"/>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hasCustomPrompt="1"/>
          </p:nvPr>
        </p:nvSpPr>
        <p:spPr/>
        <p:txBody>
          <a:bodyPr/>
          <a:lstStyle/>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Conformity</a:t>
            </a:r>
            <a:endPar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Diffusion of responsibility (“not my job”)</a:t>
            </a:r>
            <a:endPar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Groupthink</a:t>
            </a:r>
            <a:endPar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Obedience to authority vs. empowered creativity</a:t>
            </a:r>
            <a:endPar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Lack of management support or resources</a:t>
            </a:r>
            <a:endParaRPr kumimoji="0" lang="en-US" sz="32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Arial" panose="020B0604020202020204"/>
            </a:endParaRPr>
          </a:p>
        </p:txBody>
      </p:sp>
      <p:sp>
        <p:nvSpPr>
          <p:cNvPr id="2" name="Title 1"/>
          <p:cNvSpPr>
            <a:spLocks noGrp="1"/>
          </p:cNvSpPr>
          <p:nvPr>
            <p:ph type="title" idx="4294967295"/>
          </p:nvPr>
        </p:nvSpPr>
        <p:spPr>
          <a:xfrm>
            <a:off x="93663" y="1196975"/>
            <a:ext cx="7585075" cy="563563"/>
          </a:xfrm>
          <a:prstGeom prst="rect">
            <a:avLst/>
          </a:prstGeom>
        </p:spPr>
        <p:txBody>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sz="44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Barriers to Team Performance</a:t>
            </a:r>
            <a:endParaRPr kumimoji="0" lang="en-US" sz="44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hasCustomPrompt="1"/>
          </p:nvPr>
        </p:nvSpPr>
        <p:spPr>
          <a:xfrm>
            <a:off x="360363" y="2279650"/>
            <a:ext cx="8783638" cy="3827463"/>
          </a:xfrm>
        </p:spPr>
        <p:txBody>
          <a:bodyPr>
            <a:normAutofit fontScale="92500"/>
          </a:bodyPr>
          <a:lstStyle/>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Members who:</a:t>
            </a:r>
            <a:endPar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Dominate every conversation</a:t>
            </a:r>
            <a:endPar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Withdraw from the process altogether</a:t>
            </a:r>
            <a:endPar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Act verbally or physically aggressive</a:t>
            </a:r>
            <a:endPar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Disagree every idea</a:t>
            </a:r>
            <a:endPar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6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Ignore the task at hand/perform unrelated tasks</a:t>
            </a:r>
            <a:endParaRPr kumimoji="0" lang="en-US" sz="36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Arial" panose="020B0604020202020204"/>
            </a:endParaRPr>
          </a:p>
        </p:txBody>
      </p:sp>
      <p:sp>
        <p:nvSpPr>
          <p:cNvPr id="2" name="Title 1"/>
          <p:cNvSpPr>
            <a:spLocks noGrp="1"/>
          </p:cNvSpPr>
          <p:nvPr>
            <p:ph type="title" idx="4294967295"/>
          </p:nvPr>
        </p:nvSpPr>
        <p:spPr>
          <a:xfrm>
            <a:off x="204788" y="860425"/>
            <a:ext cx="7508875" cy="1266825"/>
          </a:xfrm>
          <a:prstGeom prst="rect">
            <a:avLst/>
          </a:prstGeom>
        </p:spPr>
        <p:txBody>
          <a:bodyPr>
            <a:normAutofit/>
          </a:bodyPr>
          <a:lstStyle/>
          <a:p>
            <a:pPr marL="0" marR="0" lvl="0" indent="0" algn="l" defTabSz="457200" rtl="0" eaLnBrk="0" fontAlgn="base" latinLnBrk="0" hangingPunct="0">
              <a:lnSpc>
                <a:spcPts val="4100"/>
              </a:lnSpc>
              <a:spcBef>
                <a:spcPct val="0"/>
              </a:spcBef>
              <a:spcAft>
                <a:spcPct val="0"/>
              </a:spcAft>
              <a:buClrTx/>
              <a:buSzTx/>
              <a:buFontTx/>
              <a:buNone/>
              <a:defRPr/>
            </a:pPr>
            <a:r>
              <a:rPr kumimoji="0" lang="en-US" sz="40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Diagnosis? </a:t>
            </a:r>
            <a:br>
              <a:rPr kumimoji="0" lang="en-US" sz="40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br>
            <a:r>
              <a:rPr kumimoji="0" lang="en-US" sz="4000" b="1" i="1"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Dysfunctional Team Behaviors</a:t>
            </a:r>
            <a:endParaRPr kumimoji="0" lang="en-US" sz="4000" b="1" i="1"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hasCustomPrompt="1"/>
          </p:nvPr>
        </p:nvSpPr>
        <p:spPr>
          <a:xfrm>
            <a:off x="350838" y="2317750"/>
            <a:ext cx="8229600" cy="3827463"/>
          </a:xfrm>
        </p:spPr>
        <p:txBody>
          <a:bodyPr>
            <a:normAutofit/>
          </a:bodyPr>
          <a:lstStyle/>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Recognize that group dynamics involve skills that must be learned; not everyone on a team may have mastered all of the skills required for successful teamwork.</a:t>
            </a:r>
            <a:endPar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Start by establishing—</a:t>
            </a:r>
            <a:r>
              <a:rPr kumimoji="0" lang="en-US" sz="3200" b="0" i="1"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as</a:t>
            </a: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 </a:t>
            </a:r>
            <a:r>
              <a:rPr kumimoji="0" lang="en-US" sz="3200" b="0" i="1"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a</a:t>
            </a: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 </a:t>
            </a:r>
            <a:r>
              <a:rPr kumimoji="0" lang="en-US" sz="3200" b="0" i="1"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team</a:t>
            </a: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—ground rules for operating the team.</a:t>
            </a:r>
            <a:endParaRPr kumimoji="0" lang="en-US" sz="32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Arial" panose="020B0604020202020204"/>
            </a:endParaRPr>
          </a:p>
        </p:txBody>
      </p:sp>
      <p:sp>
        <p:nvSpPr>
          <p:cNvPr id="2" name="Title 1"/>
          <p:cNvSpPr>
            <a:spLocks noGrp="1"/>
          </p:cNvSpPr>
          <p:nvPr>
            <p:ph type="title" idx="4294967295"/>
          </p:nvPr>
        </p:nvSpPr>
        <p:spPr>
          <a:xfrm>
            <a:off x="187325" y="860425"/>
            <a:ext cx="6978650" cy="1314450"/>
          </a:xfrm>
          <a:prstGeom prst="rect">
            <a:avLst/>
          </a:prstGeom>
        </p:spPr>
        <p:txBody>
          <a:bodyPr>
            <a:normAutofit/>
          </a:bodyPr>
          <a:lstStyle/>
          <a:p>
            <a:pPr marL="0" marR="0" lvl="0" indent="0" algn="l" defTabSz="457200" rtl="0" eaLnBrk="0" fontAlgn="base" latinLnBrk="0" hangingPunct="0">
              <a:lnSpc>
                <a:spcPts val="4400"/>
              </a:lnSpc>
              <a:spcBef>
                <a:spcPct val="0"/>
              </a:spcBef>
              <a:spcAft>
                <a:spcPct val="0"/>
              </a:spcAft>
              <a:buClrTx/>
              <a:buSzTx/>
              <a:buFontTx/>
              <a:buNone/>
              <a:defRPr/>
            </a:pPr>
            <a:r>
              <a:rPr kumimoji="0" lang="en-US" sz="40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Dysfunctional Behaviors </a:t>
            </a:r>
            <a:br>
              <a:rPr kumimoji="0" lang="en-US" sz="40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br>
            <a:r>
              <a:rPr kumimoji="0" lang="en-US" sz="40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Can Be Prevented</a:t>
            </a:r>
            <a:endParaRPr kumimoji="0" lang="en-US" sz="40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hasCustomPrompt="1"/>
          </p:nvPr>
        </p:nvSpPr>
        <p:spPr>
          <a:xfrm>
            <a:off x="447675" y="2201863"/>
            <a:ext cx="8229600" cy="3827463"/>
          </a:xfrm>
        </p:spPr>
        <p:txBody>
          <a:bodyPr/>
          <a:lstStyle/>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Ground rules are written agreements among team members about how they will conduct themselves within the group.</a:t>
            </a:r>
            <a:endPar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Rules typically address how members will: </a:t>
            </a:r>
            <a:endPar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Behave toward one another</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Make decisions</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Solve problems</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Prevent and manage conflict</a:t>
            </a:r>
            <a:endParaRPr kumimoji="0" lang="en-US" sz="2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Arial" panose="020B0604020202020204"/>
            </a:endParaRPr>
          </a:p>
        </p:txBody>
      </p:sp>
      <p:sp>
        <p:nvSpPr>
          <p:cNvPr id="2" name="Title 1"/>
          <p:cNvSpPr>
            <a:spLocks noGrp="1"/>
          </p:cNvSpPr>
          <p:nvPr>
            <p:ph type="title" idx="4294967295"/>
          </p:nvPr>
        </p:nvSpPr>
        <p:spPr>
          <a:xfrm>
            <a:off x="273050" y="1081088"/>
            <a:ext cx="6683375" cy="814388"/>
          </a:xfrm>
          <a:prstGeom prst="rect">
            <a:avLst/>
          </a:prstGeom>
        </p:spPr>
        <p:txBody>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sz="44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What are Ground Rules?</a:t>
            </a:r>
            <a:endParaRPr kumimoji="0" lang="en-US" sz="44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hasCustomPrompt="1"/>
          </p:nvPr>
        </p:nvSpPr>
        <p:spPr>
          <a:xfrm>
            <a:off x="457200" y="2298700"/>
            <a:ext cx="8686800" cy="3827463"/>
          </a:xfrm>
        </p:spPr>
        <p:txBody>
          <a:bodyPr>
            <a:normAutofit/>
          </a:bodyPr>
          <a:lstStyle/>
          <a:p>
            <a:pPr marL="514350" marR="0" lvl="0" indent="-514350" algn="l" defTabSz="457200" rtl="0" eaLnBrk="0" fontAlgn="base" latinLnBrk="0" hangingPunct="0">
              <a:lnSpc>
                <a:spcPct val="100000"/>
              </a:lnSpc>
              <a:spcBef>
                <a:spcPct val="20000"/>
              </a:spcBef>
              <a:spcAft>
                <a:spcPct val="0"/>
              </a:spcAft>
              <a:buClrTx/>
              <a:buSzTx/>
              <a:buFont typeface="+mj-lt"/>
              <a:buAutoNum type="arabicPeriod"/>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The rules should be established by the whole team.</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514350" marR="0" lvl="0" indent="-514350" algn="l" defTabSz="457200" rtl="0" eaLnBrk="0" fontAlgn="base" latinLnBrk="0" hangingPunct="0">
              <a:lnSpc>
                <a:spcPct val="100000"/>
              </a:lnSpc>
              <a:spcBef>
                <a:spcPct val="20000"/>
              </a:spcBef>
              <a:spcAft>
                <a:spcPct val="0"/>
              </a:spcAft>
              <a:buClrTx/>
              <a:buSzTx/>
              <a:buFont typeface="+mj-lt"/>
              <a:buAutoNum type="arabicPeriod"/>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The team may modify the rules when necessary.</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514350" marR="0" lvl="0" indent="-514350" algn="l" defTabSz="457200" rtl="0" eaLnBrk="0" fontAlgn="base" latinLnBrk="0" hangingPunct="0">
              <a:lnSpc>
                <a:spcPct val="100000"/>
              </a:lnSpc>
              <a:spcBef>
                <a:spcPct val="20000"/>
              </a:spcBef>
              <a:spcAft>
                <a:spcPct val="0"/>
              </a:spcAft>
              <a:buClrTx/>
              <a:buSzTx/>
              <a:buFont typeface="+mj-lt"/>
              <a:buAutoNum type="arabicPeriod"/>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The team should review the rules when needed if group interaction appears to be deteriorating.</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514350" marR="0" lvl="0" indent="-514350" algn="l" defTabSz="457200" rtl="0" eaLnBrk="0" fontAlgn="base" latinLnBrk="0" hangingPunct="0">
              <a:lnSpc>
                <a:spcPct val="100000"/>
              </a:lnSpc>
              <a:spcBef>
                <a:spcPct val="20000"/>
              </a:spcBef>
              <a:spcAft>
                <a:spcPct val="0"/>
              </a:spcAft>
              <a:buClrTx/>
              <a:buSzTx/>
              <a:buFont typeface="+mj-lt"/>
              <a:buAutoNum type="arabicPeriod"/>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The team should decide what happens if a member does not follow the ground rules.</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514350" marR="0" lvl="0" indent="-514350" algn="l" defTabSz="457200" rtl="0" eaLnBrk="0" fontAlgn="base" latinLnBrk="0" hangingPunct="0">
              <a:lnSpc>
                <a:spcPct val="100000"/>
              </a:lnSpc>
              <a:spcBef>
                <a:spcPct val="20000"/>
              </a:spcBef>
              <a:spcAft>
                <a:spcPct val="0"/>
              </a:spcAft>
              <a:buClrTx/>
              <a:buSzTx/>
              <a:buFont typeface="+mj-lt"/>
              <a:buAutoNum type="arabicPeriod"/>
              <a:defRPr/>
            </a:pPr>
            <a:endParaRPr kumimoji="0" lang="en-US" sz="32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Arial" panose="020B0604020202020204"/>
            </a:endParaRPr>
          </a:p>
        </p:txBody>
      </p:sp>
      <p:sp>
        <p:nvSpPr>
          <p:cNvPr id="2" name="Title 1"/>
          <p:cNvSpPr>
            <a:spLocks noGrp="1"/>
          </p:cNvSpPr>
          <p:nvPr>
            <p:ph type="title" idx="4294967295"/>
          </p:nvPr>
        </p:nvSpPr>
        <p:spPr>
          <a:xfrm>
            <a:off x="222250" y="1119188"/>
            <a:ext cx="7237413" cy="709613"/>
          </a:xfrm>
          <a:prstGeom prst="rect">
            <a:avLst/>
          </a:prstGeom>
        </p:spPr>
        <p:txBody>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sz="44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Ground Rules Guidelines</a:t>
            </a:r>
            <a:endParaRPr kumimoji="0" lang="en-US" sz="44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hasCustomPrompt="1"/>
          </p:nvPr>
        </p:nvSpPr>
        <p:spPr/>
        <p:txBody>
          <a:bodyPr/>
          <a:lstStyle/>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Build ground rules around behaviors that support:</a:t>
            </a:r>
            <a:endPar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Relationship-building</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Task performance</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Effective teamwork</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sz="32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Arial" panose="020B0604020202020204"/>
            </a:endParaRPr>
          </a:p>
        </p:txBody>
      </p:sp>
      <p:sp>
        <p:nvSpPr>
          <p:cNvPr id="2" name="Title 1"/>
          <p:cNvSpPr>
            <a:spLocks noGrp="1"/>
          </p:cNvSpPr>
          <p:nvPr>
            <p:ph type="title" idx="4294967295"/>
          </p:nvPr>
        </p:nvSpPr>
        <p:spPr>
          <a:xfrm>
            <a:off x="179388" y="1187450"/>
            <a:ext cx="6381750" cy="563563"/>
          </a:xfrm>
          <a:prstGeom prst="rect">
            <a:avLst/>
          </a:prstGeom>
        </p:spPr>
        <p:txBody>
          <a:bodyPr>
            <a:normAutofit fontScale="90000"/>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sz="44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Creating Ground Rules</a:t>
            </a:r>
            <a:endParaRPr kumimoji="0" lang="en-US" sz="44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hasCustomPrompt="1"/>
          </p:nvPr>
        </p:nvSpPr>
        <p:spPr/>
        <p:txBody>
          <a:bodyPr>
            <a:normAutofit lnSpcReduction="10000"/>
          </a:bodyPr>
          <a:lstStyle/>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Behaviors that promote healthy team relationship-building include:</a:t>
            </a:r>
            <a:endPar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Open communication</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Active listening</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Encouraging one another</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Resolving conflict</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Acknowledging feelings</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Setting and following standards</a:t>
            </a:r>
            <a:endParaRPr kumimoji="0" lang="en-US" sz="2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Arial" panose="020B0604020202020204"/>
            </a:endParaRPr>
          </a:p>
        </p:txBody>
      </p:sp>
      <p:sp>
        <p:nvSpPr>
          <p:cNvPr id="2" name="Title 1"/>
          <p:cNvSpPr>
            <a:spLocks noGrp="1"/>
          </p:cNvSpPr>
          <p:nvPr>
            <p:ph type="title" idx="4294967295"/>
          </p:nvPr>
        </p:nvSpPr>
        <p:spPr>
          <a:xfrm>
            <a:off x="187325" y="1128713"/>
            <a:ext cx="6324600" cy="563563"/>
          </a:xfrm>
          <a:prstGeom prst="rect">
            <a:avLst/>
          </a:prstGeom>
        </p:spPr>
        <p:txBody>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sz="44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Relationship-building</a:t>
            </a:r>
            <a:endParaRPr kumimoji="0" lang="en-US" sz="44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hasCustomPrompt="1"/>
          </p:nvPr>
        </p:nvSpPr>
        <p:spPr/>
        <p:txBody>
          <a:bodyPr/>
          <a:lstStyle/>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Effectiveness is influenced by behaviors indicating positive attitudes toward the team and its work, such as:</a:t>
            </a:r>
            <a:endParaRPr kumimoji="0" lang="en-US" sz="32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Acknowledging a shared goal</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Taking turns speaking and listening</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Accepting feedback on ideas</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Following the agreed-upon process</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rPr>
              <a:t>Reflecting on accomplishments</a:t>
            </a: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742950" marR="0" lvl="1" indent="-28575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sz="2800" b="0" i="0" u="none" strike="noStrike" kern="1200" cap="none" spc="0" normalizeH="0" baseline="0" noProof="0" dirty="0" smtClean="0">
              <a:ln>
                <a:noFill/>
              </a:ln>
              <a:solidFill>
                <a:srgbClr val="000000"/>
              </a:solidFill>
              <a:effectLst/>
              <a:uLnTx/>
              <a:uFillTx/>
              <a:latin typeface="+mn-lt"/>
              <a:ea typeface="MS PGothic" panose="020B0600070205080204" pitchFamily="34" charset="-128"/>
              <a:cs typeface="Arial" panose="020B0604020202020204"/>
            </a:endParaRPr>
          </a:p>
          <a:p>
            <a:pPr marL="342900" marR="0" lvl="0" indent="-342900" algn="l" defTabSz="4572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sz="32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Arial" panose="020B0604020202020204"/>
            </a:endParaRPr>
          </a:p>
        </p:txBody>
      </p:sp>
      <p:sp>
        <p:nvSpPr>
          <p:cNvPr id="2" name="Title 1"/>
          <p:cNvSpPr>
            <a:spLocks noGrp="1"/>
          </p:cNvSpPr>
          <p:nvPr>
            <p:ph type="title" idx="4294967295"/>
          </p:nvPr>
        </p:nvSpPr>
        <p:spPr>
          <a:xfrm>
            <a:off x="136525" y="1128713"/>
            <a:ext cx="5784850" cy="563563"/>
          </a:xfrm>
          <a:prstGeom prst="rect">
            <a:avLst/>
          </a:prstGeom>
        </p:spPr>
        <p:txBody>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sz="4400" b="1" i="0" u="none" strike="noStrike" kern="1200" cap="none" spc="0" normalizeH="0" baseline="0" noProof="0" dirty="0" smtClean="0">
                <a:ln>
                  <a:noFill/>
                </a:ln>
                <a:solidFill>
                  <a:schemeClr val="tx1"/>
                </a:solidFill>
                <a:effectLst/>
                <a:uLnTx/>
                <a:uFillTx/>
                <a:latin typeface="+mn-lt"/>
                <a:ea typeface="MS PGothic" panose="020B0600070205080204" pitchFamily="34" charset="-128"/>
                <a:cs typeface="MS PGothic" panose="020B0600070205080204" pitchFamily="34" charset="-128"/>
              </a:rPr>
              <a:t>Effective Teamwork</a:t>
            </a:r>
            <a:endParaRPr kumimoji="0" lang="en-US" sz="4400" b="1" i="0" u="none" strike="noStrike" kern="120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theme/theme1.xml><?xml version="1.0" encoding="utf-8"?>
<a:theme xmlns:a="http://schemas.openxmlformats.org/drawingml/2006/main" name="1_Kontortema">
  <a:themeElements>
    <a:clrScheme name="Brugerdefineret 6">
      <a:dk1>
        <a:srgbClr val="FFFCF9"/>
      </a:dk1>
      <a:lt1>
        <a:sysClr val="window" lastClr="FFFFFF"/>
      </a:lt1>
      <a:dk2>
        <a:srgbClr val="D7D8D9"/>
      </a:dk2>
      <a:lt2>
        <a:srgbClr val="FFFFFF"/>
      </a:lt2>
      <a:accent1>
        <a:srgbClr val="E6E6E6"/>
      </a:accent1>
      <a:accent2>
        <a:srgbClr val="F9AF18"/>
      </a:accent2>
      <a:accent3>
        <a:srgbClr val="78C5DD"/>
      </a:accent3>
      <a:accent4>
        <a:srgbClr val="0081BE"/>
      </a:accent4>
      <a:accent5>
        <a:srgbClr val="FAB900"/>
      </a:accent5>
      <a:accent6>
        <a:srgbClr val="E7711C"/>
      </a:accent6>
      <a:hlink>
        <a:srgbClr val="7EB220"/>
      </a:hlink>
      <a:folHlink>
        <a:srgbClr val="7EB22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4566</Words>
  <Application>WPS Presentation</Application>
  <PresentationFormat/>
  <Paragraphs>176</Paragraphs>
  <Slides>22</Slides>
  <Notes>29</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22</vt:i4>
      </vt:variant>
    </vt:vector>
  </HeadingPairs>
  <TitlesOfParts>
    <vt:vector size="33" baseType="lpstr">
      <vt:lpstr>Arial</vt:lpstr>
      <vt:lpstr>SimSun</vt:lpstr>
      <vt:lpstr>Wingdings</vt:lpstr>
      <vt:lpstr>MS PGothic</vt:lpstr>
      <vt:lpstr>Arial Narrow</vt:lpstr>
      <vt:lpstr>Calibri</vt:lpstr>
      <vt:lpstr>Arial Narrow</vt:lpstr>
      <vt:lpstr>Arial</vt:lpstr>
      <vt:lpstr>Microsoft YaHei</vt:lpstr>
      <vt:lpstr>Arial Unicode MS</vt:lpstr>
      <vt:lpstr>1_Kontortema</vt:lpstr>
      <vt:lpstr>PowerPoint 演示文稿</vt:lpstr>
      <vt:lpstr>PowerPoint 演示文稿</vt:lpstr>
      <vt:lpstr>PowerPoint 演示文稿</vt:lpstr>
      <vt:lpstr>PowerPoint 演示文稿</vt:lpstr>
      <vt:lpstr>Effective Team Characteristics</vt:lpstr>
      <vt:lpstr>PowerPoint 演示文稿</vt:lpstr>
      <vt:lpstr>PowerPoint 演示文稿</vt:lpstr>
      <vt:lpstr>PowerPoint 演示文稿</vt:lpstr>
      <vt:lpstr>PowerPoint 演示文稿</vt:lpstr>
      <vt:lpstr>PowerPoint 演示文稿</vt:lpstr>
      <vt:lpstr>Norming</vt:lpstr>
      <vt:lpstr>PowerPoint 演示文稿</vt:lpstr>
      <vt:lpstr>PowerPoint 演示文稿</vt:lpstr>
      <vt:lpstr>PowerPoint 演示文稿</vt:lpstr>
      <vt:lpstr>Barriers to Team Performance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hcotner</dc:creator>
  <cp:lastModifiedBy>SHUBHAM</cp:lastModifiedBy>
  <cp:revision>42</cp:revision>
  <dcterms:created xsi:type="dcterms:W3CDTF">2013-02-20T15:58:17Z</dcterms:created>
  <dcterms:modified xsi:type="dcterms:W3CDTF">2025-12-09T01:50:36Z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TC018754749991</vt:lpwstr>
  </property>
  <property fmtid="{D5CDD505-2E9C-101B-9397-08002B2CF9AE}" pid="3" name="ICV">
    <vt:lpwstr>ADC289317E7946C7B46881FED3F0443A_12</vt:lpwstr>
  </property>
  <property fmtid="{D5CDD505-2E9C-101B-9397-08002B2CF9AE}" pid="4" name="KSOProductBuildVer">
    <vt:lpwstr>1033-12.2.0.23155</vt:lpwstr>
  </property>
</Properties>
</file>